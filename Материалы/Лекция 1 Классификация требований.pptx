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98" r:id="rId5"/>
    <p:sldId id="308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8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FFF4F-3230-494D-9767-1F95721BFA7D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CB0D2FA-7C90-4EA2-951C-2ACC4DD9A4C0}">
      <dgm:prSet/>
      <dgm:spPr/>
      <dgm:t>
        <a:bodyPr/>
        <a:lstStyle/>
        <a:p>
          <a:r>
            <a:rPr lang="ru-RU" b="1"/>
            <a:t>Требование</a:t>
          </a:r>
          <a:r>
            <a:rPr lang="ru-RU"/>
            <a:t> — это утверждение, описывающее: </a:t>
          </a:r>
          <a:endParaRPr lang="en-US"/>
        </a:p>
      </dgm:t>
    </dgm:pt>
    <dgm:pt modelId="{82325684-B3B4-4802-87CB-74E37DF44012}" type="parTrans" cxnId="{0E1BFED5-5196-40C7-BA49-E3AFB7CEACB1}">
      <dgm:prSet/>
      <dgm:spPr/>
      <dgm:t>
        <a:bodyPr/>
        <a:lstStyle/>
        <a:p>
          <a:endParaRPr lang="en-US"/>
        </a:p>
      </dgm:t>
    </dgm:pt>
    <dgm:pt modelId="{E5243FDB-363D-425E-9E80-0224BFD30B57}" type="sibTrans" cxnId="{0E1BFED5-5196-40C7-BA49-E3AFB7CEACB1}">
      <dgm:prSet/>
      <dgm:spPr/>
      <dgm:t>
        <a:bodyPr/>
        <a:lstStyle/>
        <a:p>
          <a:endParaRPr lang="en-US"/>
        </a:p>
      </dgm:t>
    </dgm:pt>
    <dgm:pt modelId="{F37F3383-1A0F-4D11-9363-351096BC3046}">
      <dgm:prSet/>
      <dgm:spPr/>
      <dgm:t>
        <a:bodyPr/>
        <a:lstStyle/>
        <a:p>
          <a:r>
            <a:rPr lang="ru-RU" dirty="0"/>
            <a:t>1) </a:t>
          </a:r>
          <a:r>
            <a:rPr lang="ru-RU" b="1" dirty="0"/>
            <a:t>Потребность или цель</a:t>
          </a:r>
          <a:r>
            <a:rPr lang="ru-RU" dirty="0"/>
            <a:t> заинтересованной стороны; </a:t>
          </a:r>
          <a:endParaRPr lang="en-US" dirty="0"/>
        </a:p>
      </dgm:t>
    </dgm:pt>
    <dgm:pt modelId="{B040B218-CCE0-434E-ADED-C2CBDBA91D29}" type="parTrans" cxnId="{842E89A9-6E9D-4145-8431-543B9399A993}">
      <dgm:prSet/>
      <dgm:spPr/>
      <dgm:t>
        <a:bodyPr/>
        <a:lstStyle/>
        <a:p>
          <a:endParaRPr lang="en-US"/>
        </a:p>
      </dgm:t>
    </dgm:pt>
    <dgm:pt modelId="{73431C96-A256-4DC2-9AC3-9FF31DF0085A}" type="sibTrans" cxnId="{842E89A9-6E9D-4145-8431-543B9399A993}">
      <dgm:prSet/>
      <dgm:spPr/>
      <dgm:t>
        <a:bodyPr/>
        <a:lstStyle/>
        <a:p>
          <a:endParaRPr lang="en-US"/>
        </a:p>
      </dgm:t>
    </dgm:pt>
    <dgm:pt modelId="{A90E7317-7313-4159-B3DF-BEA8547785CB}">
      <dgm:prSet/>
      <dgm:spPr/>
      <dgm:t>
        <a:bodyPr/>
        <a:lstStyle/>
        <a:p>
          <a:r>
            <a:rPr lang="ru-RU"/>
            <a:t>2) </a:t>
          </a:r>
          <a:r>
            <a:rPr lang="ru-RU" b="1"/>
            <a:t>Условия, возможности или свойства</a:t>
          </a:r>
          <a:r>
            <a:rPr lang="ru-RU"/>
            <a:t> продукта, необходимые для удовлетворения этой потребности; </a:t>
          </a:r>
          <a:endParaRPr lang="en-US"/>
        </a:p>
      </dgm:t>
    </dgm:pt>
    <dgm:pt modelId="{02A2A18A-5BED-4C31-BE96-2C7FAD42F9AC}" type="parTrans" cxnId="{77D808A5-E516-4BCA-BD62-1F0C76EFA59F}">
      <dgm:prSet/>
      <dgm:spPr/>
      <dgm:t>
        <a:bodyPr/>
        <a:lstStyle/>
        <a:p>
          <a:endParaRPr lang="en-US"/>
        </a:p>
      </dgm:t>
    </dgm:pt>
    <dgm:pt modelId="{7D659BDA-A224-4DBD-8AD8-122E4A0BAE73}" type="sibTrans" cxnId="{77D808A5-E516-4BCA-BD62-1F0C76EFA59F}">
      <dgm:prSet/>
      <dgm:spPr/>
      <dgm:t>
        <a:bodyPr/>
        <a:lstStyle/>
        <a:p>
          <a:endParaRPr lang="en-US"/>
        </a:p>
      </dgm:t>
    </dgm:pt>
    <dgm:pt modelId="{9E5D58CC-432F-4401-A5C9-5DAD47E50C49}">
      <dgm:prSet/>
      <dgm:spPr/>
      <dgm:t>
        <a:bodyPr/>
        <a:lstStyle/>
        <a:p>
          <a:r>
            <a:rPr lang="ru-RU"/>
            <a:t>3) </a:t>
          </a:r>
          <a:r>
            <a:rPr lang="ru-RU" b="1"/>
            <a:t>Ценность</a:t>
          </a:r>
          <a:r>
            <a:rPr lang="ru-RU"/>
            <a:t>, которую продукт должен предоставить.</a:t>
          </a:r>
          <a:endParaRPr lang="en-US"/>
        </a:p>
      </dgm:t>
    </dgm:pt>
    <dgm:pt modelId="{890F7597-3CA5-44E8-AAED-C624C28545E4}" type="parTrans" cxnId="{76B804CC-E841-4071-B64B-83828C8200A3}">
      <dgm:prSet/>
      <dgm:spPr/>
      <dgm:t>
        <a:bodyPr/>
        <a:lstStyle/>
        <a:p>
          <a:endParaRPr lang="en-US"/>
        </a:p>
      </dgm:t>
    </dgm:pt>
    <dgm:pt modelId="{2693F83D-D25A-43B5-81AC-6A77B55894D0}" type="sibTrans" cxnId="{76B804CC-E841-4071-B64B-83828C8200A3}">
      <dgm:prSet/>
      <dgm:spPr/>
      <dgm:t>
        <a:bodyPr/>
        <a:lstStyle/>
        <a:p>
          <a:endParaRPr lang="en-US"/>
        </a:p>
      </dgm:t>
    </dgm:pt>
    <dgm:pt modelId="{14C890BC-7A5A-4FCA-84F5-96CEFCB17DE7}" type="pres">
      <dgm:prSet presAssocID="{60CFFF4F-3230-494D-9767-1F95721BFA7D}" presName="root" presStyleCnt="0">
        <dgm:presLayoutVars>
          <dgm:dir/>
          <dgm:resizeHandles val="exact"/>
        </dgm:presLayoutVars>
      </dgm:prSet>
      <dgm:spPr/>
    </dgm:pt>
    <dgm:pt modelId="{9A0FFFAA-C7D1-4AB7-A78C-14A7F9709D21}" type="pres">
      <dgm:prSet presAssocID="{60CFFF4F-3230-494D-9767-1F95721BFA7D}" presName="container" presStyleCnt="0">
        <dgm:presLayoutVars>
          <dgm:dir/>
          <dgm:resizeHandles val="exact"/>
        </dgm:presLayoutVars>
      </dgm:prSet>
      <dgm:spPr/>
    </dgm:pt>
    <dgm:pt modelId="{6A63969E-4563-496A-A944-B9C1D6940DDA}" type="pres">
      <dgm:prSet presAssocID="{1CB0D2FA-7C90-4EA2-951C-2ACC4DD9A4C0}" presName="compNode" presStyleCnt="0"/>
      <dgm:spPr/>
    </dgm:pt>
    <dgm:pt modelId="{F0A42847-70D5-44DF-BD8D-27AC80405D11}" type="pres">
      <dgm:prSet presAssocID="{1CB0D2FA-7C90-4EA2-951C-2ACC4DD9A4C0}" presName="iconBgRect" presStyleLbl="bgShp" presStyleIdx="0" presStyleCnt="4"/>
      <dgm:spPr/>
    </dgm:pt>
    <dgm:pt modelId="{472FE586-AA01-4CA4-8041-C5B5DC2C9D49}" type="pres">
      <dgm:prSet presAssocID="{1CB0D2FA-7C90-4EA2-951C-2ACC4DD9A4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кундомер"/>
        </a:ext>
      </dgm:extLst>
    </dgm:pt>
    <dgm:pt modelId="{0F8F46EC-639A-464F-8E21-BB669177AE82}" type="pres">
      <dgm:prSet presAssocID="{1CB0D2FA-7C90-4EA2-951C-2ACC4DD9A4C0}" presName="spaceRect" presStyleCnt="0"/>
      <dgm:spPr/>
    </dgm:pt>
    <dgm:pt modelId="{8CD027FE-5DF7-41B2-B436-E4AA3E64E71D}" type="pres">
      <dgm:prSet presAssocID="{1CB0D2FA-7C90-4EA2-951C-2ACC4DD9A4C0}" presName="textRect" presStyleLbl="revTx" presStyleIdx="0" presStyleCnt="4">
        <dgm:presLayoutVars>
          <dgm:chMax val="1"/>
          <dgm:chPref val="1"/>
        </dgm:presLayoutVars>
      </dgm:prSet>
      <dgm:spPr/>
    </dgm:pt>
    <dgm:pt modelId="{44A15B98-BE23-46E8-A5B9-E4EF18E93360}" type="pres">
      <dgm:prSet presAssocID="{E5243FDB-363D-425E-9E80-0224BFD30B57}" presName="sibTrans" presStyleLbl="sibTrans2D1" presStyleIdx="0" presStyleCnt="0"/>
      <dgm:spPr/>
    </dgm:pt>
    <dgm:pt modelId="{FAD27DB6-B36E-40BC-A824-29C9F971F7B6}" type="pres">
      <dgm:prSet presAssocID="{F37F3383-1A0F-4D11-9363-351096BC3046}" presName="compNode" presStyleCnt="0"/>
      <dgm:spPr/>
    </dgm:pt>
    <dgm:pt modelId="{C082ADF3-A560-4CA2-92D0-ED42D084551E}" type="pres">
      <dgm:prSet presAssocID="{F37F3383-1A0F-4D11-9363-351096BC3046}" presName="iconBgRect" presStyleLbl="bgShp" presStyleIdx="1" presStyleCnt="4"/>
      <dgm:spPr/>
    </dgm:pt>
    <dgm:pt modelId="{ECA891C8-4F2A-41E1-A968-AE2D4547773E}" type="pres">
      <dgm:prSet presAssocID="{F37F3383-1A0F-4D11-9363-351096BC30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В яблочко"/>
        </a:ext>
      </dgm:extLst>
    </dgm:pt>
    <dgm:pt modelId="{9760B7A9-34AA-44FE-BECB-9B906128940F}" type="pres">
      <dgm:prSet presAssocID="{F37F3383-1A0F-4D11-9363-351096BC3046}" presName="spaceRect" presStyleCnt="0"/>
      <dgm:spPr/>
    </dgm:pt>
    <dgm:pt modelId="{0193F948-ED32-4637-8D16-0E5DE697AF4D}" type="pres">
      <dgm:prSet presAssocID="{F37F3383-1A0F-4D11-9363-351096BC3046}" presName="textRect" presStyleLbl="revTx" presStyleIdx="1" presStyleCnt="4" custLinFactNeighborX="-999">
        <dgm:presLayoutVars>
          <dgm:chMax val="1"/>
          <dgm:chPref val="1"/>
        </dgm:presLayoutVars>
      </dgm:prSet>
      <dgm:spPr/>
    </dgm:pt>
    <dgm:pt modelId="{EF542A70-0C0D-461F-9EC9-32AE28B0EF99}" type="pres">
      <dgm:prSet presAssocID="{73431C96-A256-4DC2-9AC3-9FF31DF0085A}" presName="sibTrans" presStyleLbl="sibTrans2D1" presStyleIdx="0" presStyleCnt="0"/>
      <dgm:spPr/>
    </dgm:pt>
    <dgm:pt modelId="{E3365556-5002-41BC-BBA6-F0A2AEFEE568}" type="pres">
      <dgm:prSet presAssocID="{A90E7317-7313-4159-B3DF-BEA8547785CB}" presName="compNode" presStyleCnt="0"/>
      <dgm:spPr/>
    </dgm:pt>
    <dgm:pt modelId="{95D0B4E5-34BC-43D6-8A8D-46D07DCB2939}" type="pres">
      <dgm:prSet presAssocID="{A90E7317-7313-4159-B3DF-BEA8547785CB}" presName="iconBgRect" presStyleLbl="bgShp" presStyleIdx="2" presStyleCnt="4"/>
      <dgm:spPr/>
    </dgm:pt>
    <dgm:pt modelId="{09CFC4A6-1B87-486C-B740-14DBB4366EF8}" type="pres">
      <dgm:prSet presAssocID="{A90E7317-7313-4159-B3DF-BEA8547785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Ромб"/>
        </a:ext>
      </dgm:extLst>
    </dgm:pt>
    <dgm:pt modelId="{20D56A67-001F-4300-8970-87A62F07CA45}" type="pres">
      <dgm:prSet presAssocID="{A90E7317-7313-4159-B3DF-BEA8547785CB}" presName="spaceRect" presStyleCnt="0"/>
      <dgm:spPr/>
    </dgm:pt>
    <dgm:pt modelId="{FADA480F-FF8F-4160-BBFE-7FC3860C0C98}" type="pres">
      <dgm:prSet presAssocID="{A90E7317-7313-4159-B3DF-BEA8547785CB}" presName="textRect" presStyleLbl="revTx" presStyleIdx="2" presStyleCnt="4">
        <dgm:presLayoutVars>
          <dgm:chMax val="1"/>
          <dgm:chPref val="1"/>
        </dgm:presLayoutVars>
      </dgm:prSet>
      <dgm:spPr/>
    </dgm:pt>
    <dgm:pt modelId="{6B6D6C6B-7214-4462-BA1B-610BC5836D78}" type="pres">
      <dgm:prSet presAssocID="{7D659BDA-A224-4DBD-8AD8-122E4A0BAE73}" presName="sibTrans" presStyleLbl="sibTrans2D1" presStyleIdx="0" presStyleCnt="0"/>
      <dgm:spPr/>
    </dgm:pt>
    <dgm:pt modelId="{8272F340-7D08-4F9E-9FF0-27F3A438B395}" type="pres">
      <dgm:prSet presAssocID="{9E5D58CC-432F-4401-A5C9-5DAD47E50C49}" presName="compNode" presStyleCnt="0"/>
      <dgm:spPr/>
    </dgm:pt>
    <dgm:pt modelId="{467D9B5E-8209-41CE-BC42-310B9EF6DABD}" type="pres">
      <dgm:prSet presAssocID="{9E5D58CC-432F-4401-A5C9-5DAD47E50C49}" presName="iconBgRect" presStyleLbl="bgShp" presStyleIdx="3" presStyleCnt="4"/>
      <dgm:spPr/>
    </dgm:pt>
    <dgm:pt modelId="{297F4786-A873-45A9-9E54-7E29B425874E}" type="pres">
      <dgm:prSet presAssocID="{9E5D58CC-432F-4401-A5C9-5DAD47E50C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Лук"/>
        </a:ext>
      </dgm:extLst>
    </dgm:pt>
    <dgm:pt modelId="{CAC9ECB3-EBC1-4655-A548-905A03CF6576}" type="pres">
      <dgm:prSet presAssocID="{9E5D58CC-432F-4401-A5C9-5DAD47E50C49}" presName="spaceRect" presStyleCnt="0"/>
      <dgm:spPr/>
    </dgm:pt>
    <dgm:pt modelId="{CD07A7D9-7A25-4687-9238-2D4EA43E43CE}" type="pres">
      <dgm:prSet presAssocID="{9E5D58CC-432F-4401-A5C9-5DAD47E50C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B9DF19-E73E-459C-9038-A0306B0BDEC8}" type="presOf" srcId="{F37F3383-1A0F-4D11-9363-351096BC3046}" destId="{0193F948-ED32-4637-8D16-0E5DE697AF4D}" srcOrd="0" destOrd="0" presId="urn:microsoft.com/office/officeart/2018/2/layout/IconCircleList"/>
    <dgm:cxn modelId="{D0D2934C-146D-4950-93BE-300DC0A74B3A}" type="presOf" srcId="{60CFFF4F-3230-494D-9767-1F95721BFA7D}" destId="{14C890BC-7A5A-4FCA-84F5-96CEFCB17DE7}" srcOrd="0" destOrd="0" presId="urn:microsoft.com/office/officeart/2018/2/layout/IconCircleList"/>
    <dgm:cxn modelId="{207C9A71-BEAC-4044-9BAB-66238550FF6E}" type="presOf" srcId="{7D659BDA-A224-4DBD-8AD8-122E4A0BAE73}" destId="{6B6D6C6B-7214-4462-BA1B-610BC5836D78}" srcOrd="0" destOrd="0" presId="urn:microsoft.com/office/officeart/2018/2/layout/IconCircleList"/>
    <dgm:cxn modelId="{45202B7C-0591-44B2-BB42-B3057EA2AF84}" type="presOf" srcId="{E5243FDB-363D-425E-9E80-0224BFD30B57}" destId="{44A15B98-BE23-46E8-A5B9-E4EF18E93360}" srcOrd="0" destOrd="0" presId="urn:microsoft.com/office/officeart/2018/2/layout/IconCircleList"/>
    <dgm:cxn modelId="{DBD00396-FCD4-455E-A272-7EDF9A82D2FE}" type="presOf" srcId="{1CB0D2FA-7C90-4EA2-951C-2ACC4DD9A4C0}" destId="{8CD027FE-5DF7-41B2-B436-E4AA3E64E71D}" srcOrd="0" destOrd="0" presId="urn:microsoft.com/office/officeart/2018/2/layout/IconCircleList"/>
    <dgm:cxn modelId="{77D808A5-E516-4BCA-BD62-1F0C76EFA59F}" srcId="{60CFFF4F-3230-494D-9767-1F95721BFA7D}" destId="{A90E7317-7313-4159-B3DF-BEA8547785CB}" srcOrd="2" destOrd="0" parTransId="{02A2A18A-5BED-4C31-BE96-2C7FAD42F9AC}" sibTransId="{7D659BDA-A224-4DBD-8AD8-122E4A0BAE73}"/>
    <dgm:cxn modelId="{842E89A9-6E9D-4145-8431-543B9399A993}" srcId="{60CFFF4F-3230-494D-9767-1F95721BFA7D}" destId="{F37F3383-1A0F-4D11-9363-351096BC3046}" srcOrd="1" destOrd="0" parTransId="{B040B218-CCE0-434E-ADED-C2CBDBA91D29}" sibTransId="{73431C96-A256-4DC2-9AC3-9FF31DF0085A}"/>
    <dgm:cxn modelId="{76B804CC-E841-4071-B64B-83828C8200A3}" srcId="{60CFFF4F-3230-494D-9767-1F95721BFA7D}" destId="{9E5D58CC-432F-4401-A5C9-5DAD47E50C49}" srcOrd="3" destOrd="0" parTransId="{890F7597-3CA5-44E8-AAED-C624C28545E4}" sibTransId="{2693F83D-D25A-43B5-81AC-6A77B55894D0}"/>
    <dgm:cxn modelId="{0E1BFED5-5196-40C7-BA49-E3AFB7CEACB1}" srcId="{60CFFF4F-3230-494D-9767-1F95721BFA7D}" destId="{1CB0D2FA-7C90-4EA2-951C-2ACC4DD9A4C0}" srcOrd="0" destOrd="0" parTransId="{82325684-B3B4-4802-87CB-74E37DF44012}" sibTransId="{E5243FDB-363D-425E-9E80-0224BFD30B57}"/>
    <dgm:cxn modelId="{A8D759E6-68D3-48EC-AC6F-5FDDA1EA5BC2}" type="presOf" srcId="{9E5D58CC-432F-4401-A5C9-5DAD47E50C49}" destId="{CD07A7D9-7A25-4687-9238-2D4EA43E43CE}" srcOrd="0" destOrd="0" presId="urn:microsoft.com/office/officeart/2018/2/layout/IconCircleList"/>
    <dgm:cxn modelId="{504950EC-B66D-4D61-8B29-1BE87D35DA68}" type="presOf" srcId="{A90E7317-7313-4159-B3DF-BEA8547785CB}" destId="{FADA480F-FF8F-4160-BBFE-7FC3860C0C98}" srcOrd="0" destOrd="0" presId="urn:microsoft.com/office/officeart/2018/2/layout/IconCircleList"/>
    <dgm:cxn modelId="{08701FF5-9729-4AFC-8191-ED31331E6F28}" type="presOf" srcId="{73431C96-A256-4DC2-9AC3-9FF31DF0085A}" destId="{EF542A70-0C0D-461F-9EC9-32AE28B0EF99}" srcOrd="0" destOrd="0" presId="urn:microsoft.com/office/officeart/2018/2/layout/IconCircleList"/>
    <dgm:cxn modelId="{72370FD3-D0ED-45F1-A94D-AB9D8B93DD3A}" type="presParOf" srcId="{14C890BC-7A5A-4FCA-84F5-96CEFCB17DE7}" destId="{9A0FFFAA-C7D1-4AB7-A78C-14A7F9709D21}" srcOrd="0" destOrd="0" presId="urn:microsoft.com/office/officeart/2018/2/layout/IconCircleList"/>
    <dgm:cxn modelId="{4D524657-51CA-425D-BE63-37547880AA0C}" type="presParOf" srcId="{9A0FFFAA-C7D1-4AB7-A78C-14A7F9709D21}" destId="{6A63969E-4563-496A-A944-B9C1D6940DDA}" srcOrd="0" destOrd="0" presId="urn:microsoft.com/office/officeart/2018/2/layout/IconCircleList"/>
    <dgm:cxn modelId="{CCAB0269-FEDF-4260-BA34-CD052B696A40}" type="presParOf" srcId="{6A63969E-4563-496A-A944-B9C1D6940DDA}" destId="{F0A42847-70D5-44DF-BD8D-27AC80405D11}" srcOrd="0" destOrd="0" presId="urn:microsoft.com/office/officeart/2018/2/layout/IconCircleList"/>
    <dgm:cxn modelId="{46D1FF5C-8BCA-43ED-A75B-9F669B31B045}" type="presParOf" srcId="{6A63969E-4563-496A-A944-B9C1D6940DDA}" destId="{472FE586-AA01-4CA4-8041-C5B5DC2C9D49}" srcOrd="1" destOrd="0" presId="urn:microsoft.com/office/officeart/2018/2/layout/IconCircleList"/>
    <dgm:cxn modelId="{86F6BD3C-B00A-4407-9C6B-71BE1C1108AD}" type="presParOf" srcId="{6A63969E-4563-496A-A944-B9C1D6940DDA}" destId="{0F8F46EC-639A-464F-8E21-BB669177AE82}" srcOrd="2" destOrd="0" presId="urn:microsoft.com/office/officeart/2018/2/layout/IconCircleList"/>
    <dgm:cxn modelId="{B6B99B6C-B353-4FA5-A235-89C979A7F97F}" type="presParOf" srcId="{6A63969E-4563-496A-A944-B9C1D6940DDA}" destId="{8CD027FE-5DF7-41B2-B436-E4AA3E64E71D}" srcOrd="3" destOrd="0" presId="urn:microsoft.com/office/officeart/2018/2/layout/IconCircleList"/>
    <dgm:cxn modelId="{D2486D92-DF36-4FE7-9885-722AD3493907}" type="presParOf" srcId="{9A0FFFAA-C7D1-4AB7-A78C-14A7F9709D21}" destId="{44A15B98-BE23-46E8-A5B9-E4EF18E93360}" srcOrd="1" destOrd="0" presId="urn:microsoft.com/office/officeart/2018/2/layout/IconCircleList"/>
    <dgm:cxn modelId="{ABDB70E2-3F49-4E48-9E47-71AFD188FA99}" type="presParOf" srcId="{9A0FFFAA-C7D1-4AB7-A78C-14A7F9709D21}" destId="{FAD27DB6-B36E-40BC-A824-29C9F971F7B6}" srcOrd="2" destOrd="0" presId="urn:microsoft.com/office/officeart/2018/2/layout/IconCircleList"/>
    <dgm:cxn modelId="{99572F81-2A78-4E8D-88CB-3BB723C5E22E}" type="presParOf" srcId="{FAD27DB6-B36E-40BC-A824-29C9F971F7B6}" destId="{C082ADF3-A560-4CA2-92D0-ED42D084551E}" srcOrd="0" destOrd="0" presId="urn:microsoft.com/office/officeart/2018/2/layout/IconCircleList"/>
    <dgm:cxn modelId="{92BB83C5-0FB4-4DD7-8888-5AF803C62692}" type="presParOf" srcId="{FAD27DB6-B36E-40BC-A824-29C9F971F7B6}" destId="{ECA891C8-4F2A-41E1-A968-AE2D4547773E}" srcOrd="1" destOrd="0" presId="urn:microsoft.com/office/officeart/2018/2/layout/IconCircleList"/>
    <dgm:cxn modelId="{74D64F03-CDF0-4F0D-B320-EECBBE2F042E}" type="presParOf" srcId="{FAD27DB6-B36E-40BC-A824-29C9F971F7B6}" destId="{9760B7A9-34AA-44FE-BECB-9B906128940F}" srcOrd="2" destOrd="0" presId="urn:microsoft.com/office/officeart/2018/2/layout/IconCircleList"/>
    <dgm:cxn modelId="{1FCEBEF7-4C10-4564-8DE0-27F200F9841C}" type="presParOf" srcId="{FAD27DB6-B36E-40BC-A824-29C9F971F7B6}" destId="{0193F948-ED32-4637-8D16-0E5DE697AF4D}" srcOrd="3" destOrd="0" presId="urn:microsoft.com/office/officeart/2018/2/layout/IconCircleList"/>
    <dgm:cxn modelId="{26F5DC8E-226D-4E5A-99CB-7BFA92F7DB13}" type="presParOf" srcId="{9A0FFFAA-C7D1-4AB7-A78C-14A7F9709D21}" destId="{EF542A70-0C0D-461F-9EC9-32AE28B0EF99}" srcOrd="3" destOrd="0" presId="urn:microsoft.com/office/officeart/2018/2/layout/IconCircleList"/>
    <dgm:cxn modelId="{E0289CA4-6B44-48F4-B35E-C41F4263898F}" type="presParOf" srcId="{9A0FFFAA-C7D1-4AB7-A78C-14A7F9709D21}" destId="{E3365556-5002-41BC-BBA6-F0A2AEFEE568}" srcOrd="4" destOrd="0" presId="urn:microsoft.com/office/officeart/2018/2/layout/IconCircleList"/>
    <dgm:cxn modelId="{F1D521EC-B07A-40F3-A510-BA3A9C33AF12}" type="presParOf" srcId="{E3365556-5002-41BC-BBA6-F0A2AEFEE568}" destId="{95D0B4E5-34BC-43D6-8A8D-46D07DCB2939}" srcOrd="0" destOrd="0" presId="urn:microsoft.com/office/officeart/2018/2/layout/IconCircleList"/>
    <dgm:cxn modelId="{66031699-5AC4-4892-8A0D-8830DF1E7D46}" type="presParOf" srcId="{E3365556-5002-41BC-BBA6-F0A2AEFEE568}" destId="{09CFC4A6-1B87-486C-B740-14DBB4366EF8}" srcOrd="1" destOrd="0" presId="urn:microsoft.com/office/officeart/2018/2/layout/IconCircleList"/>
    <dgm:cxn modelId="{4E07C70A-7382-4089-A401-314D385AF7BE}" type="presParOf" srcId="{E3365556-5002-41BC-BBA6-F0A2AEFEE568}" destId="{20D56A67-001F-4300-8970-87A62F07CA45}" srcOrd="2" destOrd="0" presId="urn:microsoft.com/office/officeart/2018/2/layout/IconCircleList"/>
    <dgm:cxn modelId="{389533CE-762A-444A-B808-E2DDA0DB3CB9}" type="presParOf" srcId="{E3365556-5002-41BC-BBA6-F0A2AEFEE568}" destId="{FADA480F-FF8F-4160-BBFE-7FC3860C0C98}" srcOrd="3" destOrd="0" presId="urn:microsoft.com/office/officeart/2018/2/layout/IconCircleList"/>
    <dgm:cxn modelId="{2802AC98-1C3F-4FC4-B906-6C70A668017D}" type="presParOf" srcId="{9A0FFFAA-C7D1-4AB7-A78C-14A7F9709D21}" destId="{6B6D6C6B-7214-4462-BA1B-610BC5836D78}" srcOrd="5" destOrd="0" presId="urn:microsoft.com/office/officeart/2018/2/layout/IconCircleList"/>
    <dgm:cxn modelId="{3FED6918-B256-4E28-99E7-743F7900AD3E}" type="presParOf" srcId="{9A0FFFAA-C7D1-4AB7-A78C-14A7F9709D21}" destId="{8272F340-7D08-4F9E-9FF0-27F3A438B395}" srcOrd="6" destOrd="0" presId="urn:microsoft.com/office/officeart/2018/2/layout/IconCircleList"/>
    <dgm:cxn modelId="{69B5A0CF-424A-43E8-BD4C-BAF25A5FAC67}" type="presParOf" srcId="{8272F340-7D08-4F9E-9FF0-27F3A438B395}" destId="{467D9B5E-8209-41CE-BC42-310B9EF6DABD}" srcOrd="0" destOrd="0" presId="urn:microsoft.com/office/officeart/2018/2/layout/IconCircleList"/>
    <dgm:cxn modelId="{165C499A-E24C-429B-B472-4D49B0573EDB}" type="presParOf" srcId="{8272F340-7D08-4F9E-9FF0-27F3A438B395}" destId="{297F4786-A873-45A9-9E54-7E29B425874E}" srcOrd="1" destOrd="0" presId="urn:microsoft.com/office/officeart/2018/2/layout/IconCircleList"/>
    <dgm:cxn modelId="{50EE8650-C959-4305-815C-B6B53B801B1F}" type="presParOf" srcId="{8272F340-7D08-4F9E-9FF0-27F3A438B395}" destId="{CAC9ECB3-EBC1-4655-A548-905A03CF6576}" srcOrd="2" destOrd="0" presId="urn:microsoft.com/office/officeart/2018/2/layout/IconCircleList"/>
    <dgm:cxn modelId="{56BC64CC-390D-41EA-ABAB-A3C0E0D3080D}" type="presParOf" srcId="{8272F340-7D08-4F9E-9FF0-27F3A438B395}" destId="{CD07A7D9-7A25-4687-9238-2D4EA43E43C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506D49-85BB-41CA-85D2-F48A6897BEE2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DB04E99-1A05-4588-9321-68BD45553EDA}">
      <dgm:prSet custT="1"/>
      <dgm:spPr/>
      <dgm:t>
        <a:bodyPr/>
        <a:lstStyle/>
        <a:p>
          <a:r>
            <a:rPr lang="ru-RU" sz="1600" b="1" i="0" dirty="0"/>
            <a:t>Бизнес-требования</a:t>
          </a:r>
          <a:r>
            <a:rPr lang="ru-RU" sz="1600" b="0" i="0" dirty="0"/>
            <a:t> </a:t>
          </a:r>
        </a:p>
        <a:p>
          <a:r>
            <a:rPr lang="ru-RU" sz="1600" b="0" i="0" dirty="0"/>
            <a:t>// </a:t>
          </a:r>
          <a:r>
            <a:rPr lang="ru-RU" sz="1600" b="0" i="1" dirty="0"/>
            <a:t>Цели организации</a:t>
          </a:r>
          <a:r>
            <a:rPr lang="ru-RU" sz="1600" b="0" i="0" dirty="0"/>
            <a:t> // </a:t>
          </a:r>
          <a:r>
            <a:rPr lang="ru-RU" sz="1600" b="1" i="0" dirty="0"/>
            <a:t>Пример:</a:t>
          </a:r>
          <a:r>
            <a:rPr lang="ru-RU" sz="1600" b="0" i="0" dirty="0"/>
            <a:t> «+25% к набору учеников»</a:t>
          </a:r>
          <a:endParaRPr lang="en-US" sz="1600" dirty="0"/>
        </a:p>
      </dgm:t>
    </dgm:pt>
    <dgm:pt modelId="{459E4AB9-48B5-421A-8DEF-F07A45C9CFCD}" type="parTrans" cxnId="{173D013E-111F-4483-8085-BA2CB649EAF9}">
      <dgm:prSet/>
      <dgm:spPr/>
      <dgm:t>
        <a:bodyPr/>
        <a:lstStyle/>
        <a:p>
          <a:endParaRPr lang="en-US"/>
        </a:p>
      </dgm:t>
    </dgm:pt>
    <dgm:pt modelId="{47ED57E3-5E74-4935-991C-F87F84A74B76}" type="sibTrans" cxnId="{173D013E-111F-4483-8085-BA2CB649EAF9}">
      <dgm:prSet/>
      <dgm:spPr/>
      <dgm:t>
        <a:bodyPr/>
        <a:lstStyle/>
        <a:p>
          <a:endParaRPr lang="en-US"/>
        </a:p>
      </dgm:t>
    </dgm:pt>
    <dgm:pt modelId="{B469C5AC-3E4C-4776-AE3E-0B0FE99BA810}">
      <dgm:prSet custT="1"/>
      <dgm:spPr/>
      <dgm:t>
        <a:bodyPr/>
        <a:lstStyle/>
        <a:p>
          <a:r>
            <a:rPr lang="ru-RU" sz="1600" b="1" i="0" dirty="0"/>
            <a:t>Пользовательские требования</a:t>
          </a:r>
          <a:r>
            <a:rPr lang="ru-RU" sz="1600" b="0" i="0" dirty="0"/>
            <a:t> </a:t>
          </a:r>
        </a:p>
        <a:p>
          <a:r>
            <a:rPr lang="ru-RU" sz="1600" b="0" i="0" dirty="0"/>
            <a:t>// </a:t>
          </a:r>
          <a:r>
            <a:rPr lang="ru-RU" sz="1600" b="0" i="1" dirty="0"/>
            <a:t>Задачи людей</a:t>
          </a:r>
          <a:r>
            <a:rPr lang="ru-RU" sz="1600" b="0" i="0" dirty="0"/>
            <a:t> // </a:t>
          </a:r>
          <a:r>
            <a:rPr lang="ru-RU" sz="1600" b="1" i="0" dirty="0"/>
            <a:t>Пример:</a:t>
          </a:r>
          <a:r>
            <a:rPr lang="ru-RU" sz="1600" b="0" i="0" dirty="0"/>
            <a:t> «Подать заявление онлайн»</a:t>
          </a:r>
          <a:endParaRPr lang="en-US" sz="1600" dirty="0"/>
        </a:p>
      </dgm:t>
    </dgm:pt>
    <dgm:pt modelId="{F0B26542-9D80-447F-926B-D5EC49447FF1}" type="parTrans" cxnId="{D90388CA-3879-48D9-AAAD-DC261BC397E5}">
      <dgm:prSet/>
      <dgm:spPr/>
      <dgm:t>
        <a:bodyPr/>
        <a:lstStyle/>
        <a:p>
          <a:endParaRPr lang="en-US"/>
        </a:p>
      </dgm:t>
    </dgm:pt>
    <dgm:pt modelId="{6EB42AD9-C4DC-4757-9038-C78C24EE27FF}" type="sibTrans" cxnId="{D90388CA-3879-48D9-AAAD-DC261BC397E5}">
      <dgm:prSet/>
      <dgm:spPr/>
      <dgm:t>
        <a:bodyPr/>
        <a:lstStyle/>
        <a:p>
          <a:endParaRPr lang="en-US"/>
        </a:p>
      </dgm:t>
    </dgm:pt>
    <dgm:pt modelId="{862F9678-9E9A-4D5A-AA14-5C397EE9369B}">
      <dgm:prSet custT="1"/>
      <dgm:spPr/>
      <dgm:t>
        <a:bodyPr/>
        <a:lstStyle/>
        <a:p>
          <a:r>
            <a:rPr lang="ru-RU" sz="1600" b="1" i="0" dirty="0"/>
            <a:t>Функциональные требования (FR)</a:t>
          </a:r>
          <a:r>
            <a:rPr lang="ru-RU" sz="1600" b="0" i="0" dirty="0"/>
            <a:t> </a:t>
          </a:r>
        </a:p>
        <a:p>
          <a:r>
            <a:rPr lang="ru-RU" sz="1600" b="0" i="0" dirty="0"/>
            <a:t>// </a:t>
          </a:r>
          <a:r>
            <a:rPr lang="ru-RU" sz="1600" b="0" i="1" dirty="0"/>
            <a:t>Поведение системы</a:t>
          </a:r>
          <a:r>
            <a:rPr lang="ru-RU" sz="1600" b="0" i="0" dirty="0"/>
            <a:t> // </a:t>
          </a:r>
          <a:r>
            <a:rPr lang="ru-RU" sz="1600" b="1" i="0" dirty="0"/>
            <a:t>Пример:</a:t>
          </a:r>
          <a:r>
            <a:rPr lang="ru-RU" sz="1600" b="0" i="0" dirty="0"/>
            <a:t> «Отобразить форму с полями X, Y, Z»</a:t>
          </a:r>
          <a:endParaRPr lang="en-US" sz="1600" dirty="0"/>
        </a:p>
      </dgm:t>
    </dgm:pt>
    <dgm:pt modelId="{2821381A-21AA-4B32-812C-FBB24CCF0D8B}" type="parTrans" cxnId="{E405383A-8520-4A00-8D0B-90D64D47DB78}">
      <dgm:prSet/>
      <dgm:spPr/>
      <dgm:t>
        <a:bodyPr/>
        <a:lstStyle/>
        <a:p>
          <a:endParaRPr lang="en-US"/>
        </a:p>
      </dgm:t>
    </dgm:pt>
    <dgm:pt modelId="{08C58AB4-2342-4798-836A-9C13FB824F0F}" type="sibTrans" cxnId="{E405383A-8520-4A00-8D0B-90D64D47DB78}">
      <dgm:prSet/>
      <dgm:spPr/>
      <dgm:t>
        <a:bodyPr/>
        <a:lstStyle/>
        <a:p>
          <a:endParaRPr lang="en-US"/>
        </a:p>
      </dgm:t>
    </dgm:pt>
    <dgm:pt modelId="{F4FA3E40-25AF-42EA-8DCC-217F5EEA74ED}">
      <dgm:prSet custT="1"/>
      <dgm:spPr/>
      <dgm:t>
        <a:bodyPr/>
        <a:lstStyle/>
        <a:p>
          <a:r>
            <a:rPr lang="ru-RU" sz="1600" b="1" i="0" dirty="0"/>
            <a:t>Нефункциональные требования (NFR)</a:t>
          </a:r>
        </a:p>
        <a:p>
          <a:r>
            <a:rPr lang="ru-RU" sz="1600" b="0" i="0" dirty="0"/>
            <a:t> // </a:t>
          </a:r>
          <a:r>
            <a:rPr lang="ru-RU" sz="1600" b="0" i="1" dirty="0"/>
            <a:t>Качества системы</a:t>
          </a:r>
          <a:r>
            <a:rPr lang="ru-RU" sz="1600" b="0" i="0" dirty="0"/>
            <a:t> // </a:t>
          </a:r>
          <a:r>
            <a:rPr lang="ru-RU" sz="1600" b="1" i="0" dirty="0"/>
            <a:t>Пример:</a:t>
          </a:r>
          <a:r>
            <a:rPr lang="ru-RU" sz="1600" b="0" i="0" dirty="0"/>
            <a:t> «Загрузка формы &lt; 2 сек.»</a:t>
          </a:r>
          <a:endParaRPr lang="en-US" sz="1600" dirty="0"/>
        </a:p>
      </dgm:t>
    </dgm:pt>
    <dgm:pt modelId="{E1285A56-B26F-4876-87C0-DC03C2B56663}" type="parTrans" cxnId="{0E8C9DC1-6270-4308-9283-4D3C9C6DF18A}">
      <dgm:prSet/>
      <dgm:spPr/>
      <dgm:t>
        <a:bodyPr/>
        <a:lstStyle/>
        <a:p>
          <a:endParaRPr lang="en-US"/>
        </a:p>
      </dgm:t>
    </dgm:pt>
    <dgm:pt modelId="{F5C42D16-1E48-4703-83E4-84AA35468689}" type="sibTrans" cxnId="{0E8C9DC1-6270-4308-9283-4D3C9C6DF18A}">
      <dgm:prSet/>
      <dgm:spPr/>
      <dgm:t>
        <a:bodyPr/>
        <a:lstStyle/>
        <a:p>
          <a:endParaRPr lang="en-US"/>
        </a:p>
      </dgm:t>
    </dgm:pt>
    <dgm:pt modelId="{B0D20A75-5D22-4858-9871-7E240D485E42}">
      <dgm:prSet/>
      <dgm:spPr/>
    </dgm:pt>
    <dgm:pt modelId="{FB8DA2B0-936C-4BAD-9A34-E944A2CEBCA9}" type="parTrans" cxnId="{F4956B23-CCC8-49F6-94E8-BB54B3551F0A}">
      <dgm:prSet/>
      <dgm:spPr/>
      <dgm:t>
        <a:bodyPr/>
        <a:lstStyle/>
        <a:p>
          <a:endParaRPr lang="en-US"/>
        </a:p>
      </dgm:t>
    </dgm:pt>
    <dgm:pt modelId="{BB14904D-4646-4A99-889F-6D08EEFA194D}" type="sibTrans" cxnId="{F4956B23-CCC8-49F6-94E8-BB54B3551F0A}">
      <dgm:prSet/>
      <dgm:spPr/>
      <dgm:t>
        <a:bodyPr/>
        <a:lstStyle/>
        <a:p>
          <a:endParaRPr lang="en-US"/>
        </a:p>
      </dgm:t>
    </dgm:pt>
    <dgm:pt modelId="{F0C47359-F34C-4A1C-B82B-8055522A0BCC}">
      <dgm:prSet custT="1"/>
      <dgm:spPr>
        <a:solidFill>
          <a:srgbClr val="CE8D3E"/>
        </a:solidFill>
      </dgm:spPr>
      <dgm:t>
        <a:bodyPr/>
        <a:lstStyle/>
        <a:p>
          <a:r>
            <a:rPr lang="ru-RU" sz="1600" b="1" i="0" dirty="0"/>
            <a:t>Пользовательские требования</a:t>
          </a:r>
          <a:r>
            <a:rPr lang="ru-RU" sz="1600" b="0" i="0" dirty="0"/>
            <a:t> </a:t>
          </a:r>
        </a:p>
        <a:p>
          <a:r>
            <a:rPr lang="ru-RU" sz="1600" b="0" i="0" dirty="0"/>
            <a:t>// </a:t>
          </a:r>
          <a:r>
            <a:rPr lang="ru-RU" sz="1600" b="0" i="1" dirty="0"/>
            <a:t>Задачи людей</a:t>
          </a:r>
          <a:r>
            <a:rPr lang="ru-RU" sz="1600" b="0" i="0" dirty="0"/>
            <a:t> // </a:t>
          </a:r>
          <a:r>
            <a:rPr lang="ru-RU" sz="1600" b="1" i="0" dirty="0"/>
            <a:t>Пример:</a:t>
          </a:r>
          <a:r>
            <a:rPr lang="ru-RU" sz="1600" b="0" i="0" dirty="0"/>
            <a:t> «Подать заявление онлайн»</a:t>
          </a:r>
          <a:endParaRPr lang="en-US" sz="1600" dirty="0"/>
        </a:p>
      </dgm:t>
    </dgm:pt>
    <dgm:pt modelId="{7F22CDCF-5473-40BD-A79B-DF9A379D6A30}" type="parTrans" cxnId="{506BAC15-1E1A-40D0-A306-BE5A3A1E0B5C}">
      <dgm:prSet/>
      <dgm:spPr/>
      <dgm:t>
        <a:bodyPr/>
        <a:lstStyle/>
        <a:p>
          <a:endParaRPr lang="ru-RU"/>
        </a:p>
      </dgm:t>
    </dgm:pt>
    <dgm:pt modelId="{8ABFFA54-6F45-4747-949D-60603F027BB9}" type="sibTrans" cxnId="{506BAC15-1E1A-40D0-A306-BE5A3A1E0B5C}">
      <dgm:prSet/>
      <dgm:spPr/>
      <dgm:t>
        <a:bodyPr/>
        <a:lstStyle/>
        <a:p>
          <a:endParaRPr lang="ru-RU" dirty="0"/>
        </a:p>
      </dgm:t>
    </dgm:pt>
    <dgm:pt modelId="{F895CB9E-F5E3-45AC-A27E-82DA5C68A97F}">
      <dgm:prSet custScaleX="35651" custScaleY="194332" custLinFactNeighborX="-21328" custLinFactNeighborY="-63805"/>
      <dgm:spPr/>
    </dgm:pt>
    <dgm:pt modelId="{B4B4ED57-89AB-4B8B-BEF7-7B1AED69594E}" type="parTrans" cxnId="{E2B47E64-FFC1-4D95-ABF5-D26497AA0B74}">
      <dgm:prSet/>
      <dgm:spPr/>
      <dgm:t>
        <a:bodyPr/>
        <a:lstStyle/>
        <a:p>
          <a:endParaRPr lang="ru-RU"/>
        </a:p>
      </dgm:t>
    </dgm:pt>
    <dgm:pt modelId="{5AFECCF7-765C-4863-8F66-5806D8E0AFD0}" type="sibTrans" cxnId="{E2B47E64-FFC1-4D95-ABF5-D26497AA0B74}">
      <dgm:prSet/>
      <dgm:spPr/>
      <dgm:t>
        <a:bodyPr/>
        <a:lstStyle/>
        <a:p>
          <a:endParaRPr lang="ru-RU"/>
        </a:p>
      </dgm:t>
    </dgm:pt>
    <dgm:pt modelId="{3B441E5B-E204-495B-AD31-D892D6B5D8AE}">
      <dgm:prSet custScaleX="40095" custScaleY="194332" custLinFactNeighborX="-17709" custLinFactNeighborY="-59551"/>
      <dgm:spPr/>
    </dgm:pt>
    <dgm:pt modelId="{93F12317-582A-4F29-B971-9407169EEF4F}" type="parTrans" cxnId="{4BF3797D-94DE-46B9-B6CB-3EFC8796E8FE}">
      <dgm:prSet/>
      <dgm:spPr/>
      <dgm:t>
        <a:bodyPr/>
        <a:lstStyle/>
        <a:p>
          <a:endParaRPr lang="ru-RU"/>
        </a:p>
      </dgm:t>
    </dgm:pt>
    <dgm:pt modelId="{D2F704F8-AE0B-4654-9325-58C0B7C68344}" type="sibTrans" cxnId="{4BF3797D-94DE-46B9-B6CB-3EFC8796E8FE}">
      <dgm:prSet/>
      <dgm:spPr/>
      <dgm:t>
        <a:bodyPr/>
        <a:lstStyle/>
        <a:p>
          <a:endParaRPr lang="ru-RU"/>
        </a:p>
      </dgm:t>
    </dgm:pt>
    <dgm:pt modelId="{EA7896CD-A807-4B95-AB6C-693EDD3A94C8}">
      <dgm:prSet custScaleX="40095" custScaleY="194332" custLinFactNeighborX="-17709" custLinFactNeighborY="-59551"/>
      <dgm:spPr/>
    </dgm:pt>
    <dgm:pt modelId="{682A0038-60D3-4EC6-AEAD-0789CD403DB7}" type="parTrans" cxnId="{FE8697DA-437F-4D53-AE1E-68E99C910D98}">
      <dgm:prSet/>
      <dgm:spPr/>
      <dgm:t>
        <a:bodyPr/>
        <a:lstStyle/>
        <a:p>
          <a:endParaRPr lang="ru-RU"/>
        </a:p>
      </dgm:t>
    </dgm:pt>
    <dgm:pt modelId="{1078FE67-5026-4A11-A843-AC41709D11E1}" type="sibTrans" cxnId="{FE8697DA-437F-4D53-AE1E-68E99C910D98}">
      <dgm:prSet/>
      <dgm:spPr/>
      <dgm:t>
        <a:bodyPr/>
        <a:lstStyle/>
        <a:p>
          <a:endParaRPr lang="ru-RU"/>
        </a:p>
      </dgm:t>
    </dgm:pt>
    <dgm:pt modelId="{A64D553B-32AD-4643-935B-7EEB33A2002C}">
      <dgm:prSet custScaleX="37192" custScaleY="187124" custLinFactNeighborX="-53807" custLinFactNeighborY="53925"/>
      <dgm:spPr/>
    </dgm:pt>
    <dgm:pt modelId="{84242426-8132-4914-90B9-65993BF7128F}" type="parTrans" cxnId="{0B2D005C-62D2-488B-A8BC-642B14E79784}">
      <dgm:prSet/>
      <dgm:spPr/>
      <dgm:t>
        <a:bodyPr/>
        <a:lstStyle/>
        <a:p>
          <a:endParaRPr lang="ru-RU"/>
        </a:p>
      </dgm:t>
    </dgm:pt>
    <dgm:pt modelId="{7BB04135-AF60-45D1-B313-D890A7DB6FD1}" type="sibTrans" cxnId="{0B2D005C-62D2-488B-A8BC-642B14E79784}">
      <dgm:prSet/>
      <dgm:spPr/>
      <dgm:t>
        <a:bodyPr/>
        <a:lstStyle/>
        <a:p>
          <a:endParaRPr lang="ru-RU"/>
        </a:p>
      </dgm:t>
    </dgm:pt>
    <dgm:pt modelId="{F7673338-E776-44CC-9EA6-22447559E680}" type="pres">
      <dgm:prSet presAssocID="{DB506D49-85BB-41CA-85D2-F48A6897BEE2}" presName="outerComposite" presStyleCnt="0">
        <dgm:presLayoutVars>
          <dgm:chMax val="5"/>
          <dgm:dir/>
          <dgm:resizeHandles val="exact"/>
        </dgm:presLayoutVars>
      </dgm:prSet>
      <dgm:spPr/>
    </dgm:pt>
    <dgm:pt modelId="{20D2D4F9-17E9-4155-8F0A-D47EF4E5045B}" type="pres">
      <dgm:prSet presAssocID="{DB506D49-85BB-41CA-85D2-F48A6897BEE2}" presName="dummyMaxCanvas" presStyleCnt="0">
        <dgm:presLayoutVars/>
      </dgm:prSet>
      <dgm:spPr/>
    </dgm:pt>
    <dgm:pt modelId="{EB275E79-48BF-4790-B12B-70051DA134FC}" type="pres">
      <dgm:prSet presAssocID="{DB506D49-85BB-41CA-85D2-F48A6897BEE2}" presName="FiveNodes_1" presStyleLbl="node1" presStyleIdx="0" presStyleCnt="5" custScaleX="39506" custScaleY="183128" custLinFactNeighborX="-28132" custLinFactNeighborY="98819">
        <dgm:presLayoutVars>
          <dgm:bulletEnabled val="1"/>
        </dgm:presLayoutVars>
      </dgm:prSet>
      <dgm:spPr/>
    </dgm:pt>
    <dgm:pt modelId="{799F947D-5EF1-4695-B201-9569C56A488D}" type="pres">
      <dgm:prSet presAssocID="{DB506D49-85BB-41CA-85D2-F48A6897BEE2}" presName="FiveNodes_2" presStyleLbl="node1" presStyleIdx="1" presStyleCnt="5" custScaleX="39812" custScaleY="177462" custLinFactNeighborX="6128" custLinFactNeighborY="-10596">
        <dgm:presLayoutVars>
          <dgm:bulletEnabled val="1"/>
        </dgm:presLayoutVars>
      </dgm:prSet>
      <dgm:spPr/>
    </dgm:pt>
    <dgm:pt modelId="{1C944AA1-F11A-417E-A311-A31861A5C356}" type="pres">
      <dgm:prSet presAssocID="{DB506D49-85BB-41CA-85D2-F48A6897BEE2}" presName="FiveNodes_3" presStyleLbl="node1" presStyleIdx="2" presStyleCnt="5" custScaleX="40166" custScaleY="173653" custLinFactY="-24485" custLinFactNeighborX="41574" custLinFactNeighborY="-100000">
        <dgm:presLayoutVars>
          <dgm:bulletEnabled val="1"/>
        </dgm:presLayoutVars>
      </dgm:prSet>
      <dgm:spPr/>
    </dgm:pt>
    <dgm:pt modelId="{EEC66DE1-286D-410D-9368-175370909778}" type="pres">
      <dgm:prSet presAssocID="{DB506D49-85BB-41CA-85D2-F48A6897BEE2}" presName="FiveNodes_4" presStyleLbl="node1" presStyleIdx="3" presStyleCnt="5" custScaleX="37192" custScaleY="194287" custLinFactNeighborX="-53807" custLinFactNeighborY="53925">
        <dgm:presLayoutVars>
          <dgm:bulletEnabled val="1"/>
        </dgm:presLayoutVars>
      </dgm:prSet>
      <dgm:spPr/>
    </dgm:pt>
    <dgm:pt modelId="{2BDBB975-1CF9-4F00-AAAC-BA0A866BFA1F}" type="pres">
      <dgm:prSet presAssocID="{DB506D49-85BB-41CA-85D2-F48A6897BEE2}" presName="FiveNodes_5" presStyleLbl="node1" presStyleIdx="4" presStyleCnt="5" custScaleX="40095" custScaleY="193618" custLinFactNeighborX="-17709" custLinFactNeighborY="-59551">
        <dgm:presLayoutVars>
          <dgm:bulletEnabled val="1"/>
        </dgm:presLayoutVars>
      </dgm:prSet>
      <dgm:spPr/>
    </dgm:pt>
    <dgm:pt modelId="{C709EF13-81D9-473B-88AD-FEC2AD1D7CAE}" type="pres">
      <dgm:prSet presAssocID="{DB506D49-85BB-41CA-85D2-F48A6897BEE2}" presName="FiveConn_1-2" presStyleLbl="fgAccFollowNode1" presStyleIdx="0" presStyleCnt="4" custLinFactX="-630023" custLinFactY="100000" custLinFactNeighborX="-700000" custLinFactNeighborY="161727">
        <dgm:presLayoutVars>
          <dgm:bulletEnabled val="1"/>
        </dgm:presLayoutVars>
      </dgm:prSet>
      <dgm:spPr/>
    </dgm:pt>
    <dgm:pt modelId="{EB85C4F6-0F4A-42EE-848F-D9E781B79F66}" type="pres">
      <dgm:prSet presAssocID="{DB506D49-85BB-41CA-85D2-F48A6897BEE2}" presName="FiveConn_2-3" presStyleLbl="fgAccFollowNode1" presStyleIdx="1" presStyleCnt="4" custLinFactX="-300000" custLinFactNeighborX="-390383" custLinFactNeighborY="86513">
        <dgm:presLayoutVars>
          <dgm:bulletEnabled val="1"/>
        </dgm:presLayoutVars>
      </dgm:prSet>
      <dgm:spPr/>
    </dgm:pt>
    <dgm:pt modelId="{982B2770-26E3-4BE8-9E5C-0B335B3F4EC3}" type="pres">
      <dgm:prSet presAssocID="{DB506D49-85BB-41CA-85D2-F48A6897BEE2}" presName="FiveConn_3-4" presStyleLbl="fgAccFollowNode1" presStyleIdx="2" presStyleCnt="4" custLinFactNeighborX="-92189" custLinFactNeighborY="-86136">
        <dgm:presLayoutVars>
          <dgm:bulletEnabled val="1"/>
        </dgm:presLayoutVars>
      </dgm:prSet>
      <dgm:spPr/>
    </dgm:pt>
    <dgm:pt modelId="{66908B3A-7EC0-46A8-ACA5-E9814627B1D5}" type="pres">
      <dgm:prSet presAssocID="{DB506D49-85BB-41CA-85D2-F48A6897BEE2}" presName="FiveConn_4-5" presStyleLbl="fgAccFollowNode1" presStyleIdx="3" presStyleCnt="4">
        <dgm:presLayoutVars>
          <dgm:bulletEnabled val="1"/>
        </dgm:presLayoutVars>
      </dgm:prSet>
      <dgm:spPr/>
    </dgm:pt>
    <dgm:pt modelId="{E8E42B71-6928-4C68-B89D-6F8E67A5BE2C}" type="pres">
      <dgm:prSet presAssocID="{DB506D49-85BB-41CA-85D2-F48A6897BEE2}" presName="FiveNodes_1_text" presStyleLbl="node1" presStyleIdx="4" presStyleCnt="5">
        <dgm:presLayoutVars>
          <dgm:bulletEnabled val="1"/>
        </dgm:presLayoutVars>
      </dgm:prSet>
      <dgm:spPr/>
    </dgm:pt>
    <dgm:pt modelId="{408C007E-E8BE-4B3E-B0A0-79F92F07FCC1}" type="pres">
      <dgm:prSet presAssocID="{DB506D49-85BB-41CA-85D2-F48A6897BEE2}" presName="FiveNodes_2_text" presStyleLbl="node1" presStyleIdx="4" presStyleCnt="5">
        <dgm:presLayoutVars>
          <dgm:bulletEnabled val="1"/>
        </dgm:presLayoutVars>
      </dgm:prSet>
      <dgm:spPr/>
    </dgm:pt>
    <dgm:pt modelId="{078C3FE2-4D13-4A2B-A173-5A0A17E0B3E4}" type="pres">
      <dgm:prSet presAssocID="{DB506D49-85BB-41CA-85D2-F48A6897BEE2}" presName="FiveNodes_3_text" presStyleLbl="node1" presStyleIdx="4" presStyleCnt="5">
        <dgm:presLayoutVars>
          <dgm:bulletEnabled val="1"/>
        </dgm:presLayoutVars>
      </dgm:prSet>
      <dgm:spPr/>
    </dgm:pt>
    <dgm:pt modelId="{C0459144-ECF7-48C0-905E-3B4432044B17}" type="pres">
      <dgm:prSet presAssocID="{DB506D49-85BB-41CA-85D2-F48A6897BEE2}" presName="FiveNodes_4_text" presStyleLbl="node1" presStyleIdx="4" presStyleCnt="5">
        <dgm:presLayoutVars>
          <dgm:bulletEnabled val="1"/>
        </dgm:presLayoutVars>
      </dgm:prSet>
      <dgm:spPr/>
    </dgm:pt>
    <dgm:pt modelId="{CE3AAEAE-197F-46AA-8066-63E4E9D4F6D5}" type="pres">
      <dgm:prSet presAssocID="{DB506D49-85BB-41CA-85D2-F48A6897BEE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45CB813-CD1E-4A5A-8421-1807EBF92395}" type="presOf" srcId="{6EB42AD9-C4DC-4757-9038-C78C24EE27FF}" destId="{EB85C4F6-0F4A-42EE-848F-D9E781B79F66}" srcOrd="0" destOrd="0" presId="urn:microsoft.com/office/officeart/2005/8/layout/vProcess5"/>
    <dgm:cxn modelId="{506BAC15-1E1A-40D0-A306-BE5A3A1E0B5C}" srcId="{DB506D49-85BB-41CA-85D2-F48A6897BEE2}" destId="{F0C47359-F34C-4A1C-B82B-8055522A0BCC}" srcOrd="2" destOrd="0" parTransId="{7F22CDCF-5473-40BD-A79B-DF9A379D6A30}" sibTransId="{8ABFFA54-6F45-4747-949D-60603F027BB9}"/>
    <dgm:cxn modelId="{F4956B23-CCC8-49F6-94E8-BB54B3551F0A}" srcId="{DB506D49-85BB-41CA-85D2-F48A6897BEE2}" destId="{B0D20A75-5D22-4858-9871-7E240D485E42}" srcOrd="6" destOrd="0" parTransId="{FB8DA2B0-936C-4BAD-9A34-E944A2CEBCA9}" sibTransId="{BB14904D-4646-4A99-889F-6D08EEFA194D}"/>
    <dgm:cxn modelId="{ED7D7E33-5AA8-4B3A-B3C5-88A325ACDED0}" type="presOf" srcId="{47ED57E3-5E74-4935-991C-F87F84A74B76}" destId="{C709EF13-81D9-473B-88AD-FEC2AD1D7CAE}" srcOrd="0" destOrd="0" presId="urn:microsoft.com/office/officeart/2005/8/layout/vProcess5"/>
    <dgm:cxn modelId="{B438DB34-90CA-4BD7-B8EB-64EA9A746E34}" type="presOf" srcId="{862F9678-9E9A-4D5A-AA14-5C397EE9369B}" destId="{C0459144-ECF7-48C0-905E-3B4432044B17}" srcOrd="1" destOrd="0" presId="urn:microsoft.com/office/officeart/2005/8/layout/vProcess5"/>
    <dgm:cxn modelId="{E405383A-8520-4A00-8D0B-90D64D47DB78}" srcId="{DB506D49-85BB-41CA-85D2-F48A6897BEE2}" destId="{862F9678-9E9A-4D5A-AA14-5C397EE9369B}" srcOrd="3" destOrd="0" parTransId="{2821381A-21AA-4B32-812C-FBB24CCF0D8B}" sibTransId="{08C58AB4-2342-4798-836A-9C13FB824F0F}"/>
    <dgm:cxn modelId="{173D013E-111F-4483-8085-BA2CB649EAF9}" srcId="{DB506D49-85BB-41CA-85D2-F48A6897BEE2}" destId="{BDB04E99-1A05-4588-9321-68BD45553EDA}" srcOrd="0" destOrd="0" parTransId="{459E4AB9-48B5-421A-8DEF-F07A45C9CFCD}" sibTransId="{47ED57E3-5E74-4935-991C-F87F84A74B76}"/>
    <dgm:cxn modelId="{0B2D005C-62D2-488B-A8BC-642B14E79784}" srcId="{DB506D49-85BB-41CA-85D2-F48A6897BEE2}" destId="{A64D553B-32AD-4643-935B-7EEB33A2002C}" srcOrd="9" destOrd="0" parTransId="{84242426-8132-4914-90B9-65993BF7128F}" sibTransId="{7BB04135-AF60-45D1-B313-D890A7DB6FD1}"/>
    <dgm:cxn modelId="{E2B47E64-FFC1-4D95-ABF5-D26497AA0B74}" srcId="{DB506D49-85BB-41CA-85D2-F48A6897BEE2}" destId="{F895CB9E-F5E3-45AC-A27E-82DA5C68A97F}" srcOrd="5" destOrd="0" parTransId="{B4B4ED57-89AB-4B8B-BEF7-7B1AED69594E}" sibTransId="{5AFECCF7-765C-4863-8F66-5806D8E0AFD0}"/>
    <dgm:cxn modelId="{95D0304F-00CB-4B27-B736-B47F462D9BC6}" type="presOf" srcId="{08C58AB4-2342-4798-836A-9C13FB824F0F}" destId="{66908B3A-7EC0-46A8-ACA5-E9814627B1D5}" srcOrd="0" destOrd="0" presId="urn:microsoft.com/office/officeart/2005/8/layout/vProcess5"/>
    <dgm:cxn modelId="{E2A90878-81F9-4D84-8C9A-A2256ED77C7C}" type="presOf" srcId="{DB506D49-85BB-41CA-85D2-F48A6897BEE2}" destId="{F7673338-E776-44CC-9EA6-22447559E680}" srcOrd="0" destOrd="0" presId="urn:microsoft.com/office/officeart/2005/8/layout/vProcess5"/>
    <dgm:cxn modelId="{4BF3797D-94DE-46B9-B6CB-3EFC8796E8FE}" srcId="{DB506D49-85BB-41CA-85D2-F48A6897BEE2}" destId="{3B441E5B-E204-495B-AD31-D892D6B5D8AE}" srcOrd="7" destOrd="0" parTransId="{93F12317-582A-4F29-B971-9407169EEF4F}" sibTransId="{D2F704F8-AE0B-4654-9325-58C0B7C68344}"/>
    <dgm:cxn modelId="{47057D9F-89C4-405E-92E7-F3BA9BB78D6A}" type="presOf" srcId="{F0C47359-F34C-4A1C-B82B-8055522A0BCC}" destId="{1C944AA1-F11A-417E-A311-A31861A5C356}" srcOrd="0" destOrd="0" presId="urn:microsoft.com/office/officeart/2005/8/layout/vProcess5"/>
    <dgm:cxn modelId="{273D5DA0-B839-4FF6-9D4A-91443AC17205}" type="presOf" srcId="{862F9678-9E9A-4D5A-AA14-5C397EE9369B}" destId="{EEC66DE1-286D-410D-9368-175370909778}" srcOrd="0" destOrd="0" presId="urn:microsoft.com/office/officeart/2005/8/layout/vProcess5"/>
    <dgm:cxn modelId="{EDCB96A8-1154-42E0-BA5A-A6CA20028D45}" type="presOf" srcId="{B469C5AC-3E4C-4776-AE3E-0B0FE99BA810}" destId="{408C007E-E8BE-4B3E-B0A0-79F92F07FCC1}" srcOrd="1" destOrd="0" presId="urn:microsoft.com/office/officeart/2005/8/layout/vProcess5"/>
    <dgm:cxn modelId="{77591CA9-8A3C-46BE-9846-C26240829C29}" type="presOf" srcId="{F4FA3E40-25AF-42EA-8DCC-217F5EEA74ED}" destId="{2BDBB975-1CF9-4F00-AAAC-BA0A866BFA1F}" srcOrd="0" destOrd="0" presId="urn:microsoft.com/office/officeart/2005/8/layout/vProcess5"/>
    <dgm:cxn modelId="{88CA80B3-6366-474F-8DF3-913ABEFFDEE4}" type="presOf" srcId="{BDB04E99-1A05-4588-9321-68BD45553EDA}" destId="{EB275E79-48BF-4790-B12B-70051DA134FC}" srcOrd="0" destOrd="0" presId="urn:microsoft.com/office/officeart/2005/8/layout/vProcess5"/>
    <dgm:cxn modelId="{A5C723BB-509C-45F6-B47B-34E5DFFA3257}" type="presOf" srcId="{BDB04E99-1A05-4588-9321-68BD45553EDA}" destId="{E8E42B71-6928-4C68-B89D-6F8E67A5BE2C}" srcOrd="1" destOrd="0" presId="urn:microsoft.com/office/officeart/2005/8/layout/vProcess5"/>
    <dgm:cxn modelId="{0E8C9DC1-6270-4308-9283-4D3C9C6DF18A}" srcId="{DB506D49-85BB-41CA-85D2-F48A6897BEE2}" destId="{F4FA3E40-25AF-42EA-8DCC-217F5EEA74ED}" srcOrd="4" destOrd="0" parTransId="{E1285A56-B26F-4876-87C0-DC03C2B56663}" sibTransId="{F5C42D16-1E48-4703-83E4-84AA35468689}"/>
    <dgm:cxn modelId="{AEB5FAC1-738F-45DF-9AC3-607178E0D248}" type="presOf" srcId="{8ABFFA54-6F45-4747-949D-60603F027BB9}" destId="{982B2770-26E3-4BE8-9E5C-0B335B3F4EC3}" srcOrd="0" destOrd="0" presId="urn:microsoft.com/office/officeart/2005/8/layout/vProcess5"/>
    <dgm:cxn modelId="{4A0502C9-70EC-4316-B432-A1B670A115EA}" type="presOf" srcId="{B469C5AC-3E4C-4776-AE3E-0B0FE99BA810}" destId="{799F947D-5EF1-4695-B201-9569C56A488D}" srcOrd="0" destOrd="0" presId="urn:microsoft.com/office/officeart/2005/8/layout/vProcess5"/>
    <dgm:cxn modelId="{D90388CA-3879-48D9-AAAD-DC261BC397E5}" srcId="{DB506D49-85BB-41CA-85D2-F48A6897BEE2}" destId="{B469C5AC-3E4C-4776-AE3E-0B0FE99BA810}" srcOrd="1" destOrd="0" parTransId="{F0B26542-9D80-447F-926B-D5EC49447FF1}" sibTransId="{6EB42AD9-C4DC-4757-9038-C78C24EE27FF}"/>
    <dgm:cxn modelId="{FE8697DA-437F-4D53-AE1E-68E99C910D98}" srcId="{DB506D49-85BB-41CA-85D2-F48A6897BEE2}" destId="{EA7896CD-A807-4B95-AB6C-693EDD3A94C8}" srcOrd="8" destOrd="0" parTransId="{682A0038-60D3-4EC6-AEAD-0789CD403DB7}" sibTransId="{1078FE67-5026-4A11-A843-AC41709D11E1}"/>
    <dgm:cxn modelId="{BAF1C9E7-677D-45AB-8A7C-B8AB5F0BEF93}" type="presOf" srcId="{F4FA3E40-25AF-42EA-8DCC-217F5EEA74ED}" destId="{CE3AAEAE-197F-46AA-8066-63E4E9D4F6D5}" srcOrd="1" destOrd="0" presId="urn:microsoft.com/office/officeart/2005/8/layout/vProcess5"/>
    <dgm:cxn modelId="{1503BDFE-18FC-4086-AF83-C4D4E5B1BB3C}" type="presOf" srcId="{F0C47359-F34C-4A1C-B82B-8055522A0BCC}" destId="{078C3FE2-4D13-4A2B-A173-5A0A17E0B3E4}" srcOrd="1" destOrd="0" presId="urn:microsoft.com/office/officeart/2005/8/layout/vProcess5"/>
    <dgm:cxn modelId="{CE0D9D78-746D-43C4-8D53-ACCB18AC7761}" type="presParOf" srcId="{F7673338-E776-44CC-9EA6-22447559E680}" destId="{20D2D4F9-17E9-4155-8F0A-D47EF4E5045B}" srcOrd="0" destOrd="0" presId="urn:microsoft.com/office/officeart/2005/8/layout/vProcess5"/>
    <dgm:cxn modelId="{1202408A-FB89-45E2-A1C2-E875FC1752E2}" type="presParOf" srcId="{F7673338-E776-44CC-9EA6-22447559E680}" destId="{EB275E79-48BF-4790-B12B-70051DA134FC}" srcOrd="1" destOrd="0" presId="urn:microsoft.com/office/officeart/2005/8/layout/vProcess5"/>
    <dgm:cxn modelId="{227C82E0-491B-42EE-8C58-B9399EA40DC6}" type="presParOf" srcId="{F7673338-E776-44CC-9EA6-22447559E680}" destId="{799F947D-5EF1-4695-B201-9569C56A488D}" srcOrd="2" destOrd="0" presId="urn:microsoft.com/office/officeart/2005/8/layout/vProcess5"/>
    <dgm:cxn modelId="{68F6B466-7299-4FFF-97C3-AAF7D937BDE2}" type="presParOf" srcId="{F7673338-E776-44CC-9EA6-22447559E680}" destId="{1C944AA1-F11A-417E-A311-A31861A5C356}" srcOrd="3" destOrd="0" presId="urn:microsoft.com/office/officeart/2005/8/layout/vProcess5"/>
    <dgm:cxn modelId="{EB40AE61-320E-42F5-92B2-033645B2DA12}" type="presParOf" srcId="{F7673338-E776-44CC-9EA6-22447559E680}" destId="{EEC66DE1-286D-410D-9368-175370909778}" srcOrd="4" destOrd="0" presId="urn:microsoft.com/office/officeart/2005/8/layout/vProcess5"/>
    <dgm:cxn modelId="{09D7739F-69FC-47F9-ABDD-868291089F49}" type="presParOf" srcId="{F7673338-E776-44CC-9EA6-22447559E680}" destId="{2BDBB975-1CF9-4F00-AAAC-BA0A866BFA1F}" srcOrd="5" destOrd="0" presId="urn:microsoft.com/office/officeart/2005/8/layout/vProcess5"/>
    <dgm:cxn modelId="{7FA62845-DCD8-4AE6-B795-15037EEDF5C9}" type="presParOf" srcId="{F7673338-E776-44CC-9EA6-22447559E680}" destId="{C709EF13-81D9-473B-88AD-FEC2AD1D7CAE}" srcOrd="6" destOrd="0" presId="urn:microsoft.com/office/officeart/2005/8/layout/vProcess5"/>
    <dgm:cxn modelId="{8B81C984-7693-4B7C-BB28-9EB38566EEDC}" type="presParOf" srcId="{F7673338-E776-44CC-9EA6-22447559E680}" destId="{EB85C4F6-0F4A-42EE-848F-D9E781B79F66}" srcOrd="7" destOrd="0" presId="urn:microsoft.com/office/officeart/2005/8/layout/vProcess5"/>
    <dgm:cxn modelId="{255215D9-7408-4748-BBE4-B30B63E0B6B2}" type="presParOf" srcId="{F7673338-E776-44CC-9EA6-22447559E680}" destId="{982B2770-26E3-4BE8-9E5C-0B335B3F4EC3}" srcOrd="8" destOrd="0" presId="urn:microsoft.com/office/officeart/2005/8/layout/vProcess5"/>
    <dgm:cxn modelId="{4444849D-4AFA-4F6A-88FE-30B30EB88137}" type="presParOf" srcId="{F7673338-E776-44CC-9EA6-22447559E680}" destId="{66908B3A-7EC0-46A8-ACA5-E9814627B1D5}" srcOrd="9" destOrd="0" presId="urn:microsoft.com/office/officeart/2005/8/layout/vProcess5"/>
    <dgm:cxn modelId="{69BF4EAC-65B3-4196-BADE-6987EFF1F5AC}" type="presParOf" srcId="{F7673338-E776-44CC-9EA6-22447559E680}" destId="{E8E42B71-6928-4C68-B89D-6F8E67A5BE2C}" srcOrd="10" destOrd="0" presId="urn:microsoft.com/office/officeart/2005/8/layout/vProcess5"/>
    <dgm:cxn modelId="{046564A9-3A48-4D7C-B521-8C618F77393D}" type="presParOf" srcId="{F7673338-E776-44CC-9EA6-22447559E680}" destId="{408C007E-E8BE-4B3E-B0A0-79F92F07FCC1}" srcOrd="11" destOrd="0" presId="urn:microsoft.com/office/officeart/2005/8/layout/vProcess5"/>
    <dgm:cxn modelId="{3A4062AB-EECB-4308-8D1D-185DDDF88527}" type="presParOf" srcId="{F7673338-E776-44CC-9EA6-22447559E680}" destId="{078C3FE2-4D13-4A2B-A173-5A0A17E0B3E4}" srcOrd="12" destOrd="0" presId="urn:microsoft.com/office/officeart/2005/8/layout/vProcess5"/>
    <dgm:cxn modelId="{71727158-6024-422F-805B-ED4F4AA2A576}" type="presParOf" srcId="{F7673338-E776-44CC-9EA6-22447559E680}" destId="{C0459144-ECF7-48C0-905E-3B4432044B17}" srcOrd="13" destOrd="0" presId="urn:microsoft.com/office/officeart/2005/8/layout/vProcess5"/>
    <dgm:cxn modelId="{E522D02C-C01D-4436-80FE-7C2DA6C498BA}" type="presParOf" srcId="{F7673338-E776-44CC-9EA6-22447559E680}" destId="{CE3AAEAE-197F-46AA-8066-63E4E9D4F6D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42847-70D5-44DF-BD8D-27AC80405D11}">
      <dsp:nvSpPr>
        <dsp:cNvPr id="0" name=""/>
        <dsp:cNvSpPr/>
      </dsp:nvSpPr>
      <dsp:spPr>
        <a:xfrm>
          <a:off x="134825" y="264859"/>
          <a:ext cx="1295909" cy="12959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FE586-AA01-4CA4-8041-C5B5DC2C9D49}">
      <dsp:nvSpPr>
        <dsp:cNvPr id="0" name=""/>
        <dsp:cNvSpPr/>
      </dsp:nvSpPr>
      <dsp:spPr>
        <a:xfrm>
          <a:off x="406966" y="537000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027FE-5DF7-41B2-B436-E4AA3E64E71D}">
      <dsp:nvSpPr>
        <dsp:cNvPr id="0" name=""/>
        <dsp:cNvSpPr/>
      </dsp:nvSpPr>
      <dsp:spPr>
        <a:xfrm>
          <a:off x="1708430" y="264859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/>
            <a:t>Требование</a:t>
          </a:r>
          <a:r>
            <a:rPr lang="ru-RU" sz="1900" kern="1200"/>
            <a:t> — это утверждение, описывающее: </a:t>
          </a:r>
          <a:endParaRPr lang="en-US" sz="1900" kern="1200"/>
        </a:p>
      </dsp:txBody>
      <dsp:txXfrm>
        <a:off x="1708430" y="264859"/>
        <a:ext cx="3054644" cy="1295909"/>
      </dsp:txXfrm>
    </dsp:sp>
    <dsp:sp modelId="{C082ADF3-A560-4CA2-92D0-ED42D084551E}">
      <dsp:nvSpPr>
        <dsp:cNvPr id="0" name=""/>
        <dsp:cNvSpPr/>
      </dsp:nvSpPr>
      <dsp:spPr>
        <a:xfrm>
          <a:off x="5295324" y="264859"/>
          <a:ext cx="1295909" cy="12959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891C8-4F2A-41E1-A968-AE2D4547773E}">
      <dsp:nvSpPr>
        <dsp:cNvPr id="0" name=""/>
        <dsp:cNvSpPr/>
      </dsp:nvSpPr>
      <dsp:spPr>
        <a:xfrm>
          <a:off x="5567465" y="537000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3F948-ED32-4637-8D16-0E5DE697AF4D}">
      <dsp:nvSpPr>
        <dsp:cNvPr id="0" name=""/>
        <dsp:cNvSpPr/>
      </dsp:nvSpPr>
      <dsp:spPr>
        <a:xfrm>
          <a:off x="6838413" y="264859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1) </a:t>
          </a:r>
          <a:r>
            <a:rPr lang="ru-RU" sz="1900" b="1" kern="1200" dirty="0"/>
            <a:t>Потребность или цель</a:t>
          </a:r>
          <a:r>
            <a:rPr lang="ru-RU" sz="1900" kern="1200" dirty="0"/>
            <a:t> заинтересованной стороны; </a:t>
          </a:r>
          <a:endParaRPr lang="en-US" sz="1900" kern="1200" dirty="0"/>
        </a:p>
      </dsp:txBody>
      <dsp:txXfrm>
        <a:off x="6838413" y="264859"/>
        <a:ext cx="3054644" cy="1295909"/>
      </dsp:txXfrm>
    </dsp:sp>
    <dsp:sp modelId="{95D0B4E5-34BC-43D6-8A8D-46D07DCB2939}">
      <dsp:nvSpPr>
        <dsp:cNvPr id="0" name=""/>
        <dsp:cNvSpPr/>
      </dsp:nvSpPr>
      <dsp:spPr>
        <a:xfrm>
          <a:off x="134825" y="2200121"/>
          <a:ext cx="1295909" cy="12959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FC4A6-1B87-486C-B740-14DBB4366EF8}">
      <dsp:nvSpPr>
        <dsp:cNvPr id="0" name=""/>
        <dsp:cNvSpPr/>
      </dsp:nvSpPr>
      <dsp:spPr>
        <a:xfrm>
          <a:off x="406966" y="2472262"/>
          <a:ext cx="751627" cy="751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A480F-FF8F-4160-BBFE-7FC3860C0C98}">
      <dsp:nvSpPr>
        <dsp:cNvPr id="0" name=""/>
        <dsp:cNvSpPr/>
      </dsp:nvSpPr>
      <dsp:spPr>
        <a:xfrm>
          <a:off x="1708430" y="2200121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2) </a:t>
          </a:r>
          <a:r>
            <a:rPr lang="ru-RU" sz="1900" b="1" kern="1200"/>
            <a:t>Условия, возможности или свойства</a:t>
          </a:r>
          <a:r>
            <a:rPr lang="ru-RU" sz="1900" kern="1200"/>
            <a:t> продукта, необходимые для удовлетворения этой потребности; </a:t>
          </a:r>
          <a:endParaRPr lang="en-US" sz="1900" kern="1200"/>
        </a:p>
      </dsp:txBody>
      <dsp:txXfrm>
        <a:off x="1708430" y="2200121"/>
        <a:ext cx="3054644" cy="1295909"/>
      </dsp:txXfrm>
    </dsp:sp>
    <dsp:sp modelId="{467D9B5E-8209-41CE-BC42-310B9EF6DABD}">
      <dsp:nvSpPr>
        <dsp:cNvPr id="0" name=""/>
        <dsp:cNvSpPr/>
      </dsp:nvSpPr>
      <dsp:spPr>
        <a:xfrm>
          <a:off x="5295324" y="2200121"/>
          <a:ext cx="1295909" cy="12959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F4786-A873-45A9-9E54-7E29B425874E}">
      <dsp:nvSpPr>
        <dsp:cNvPr id="0" name=""/>
        <dsp:cNvSpPr/>
      </dsp:nvSpPr>
      <dsp:spPr>
        <a:xfrm>
          <a:off x="5567465" y="2472262"/>
          <a:ext cx="751627" cy="7516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7A7D9-7A25-4687-9238-2D4EA43E43CE}">
      <dsp:nvSpPr>
        <dsp:cNvPr id="0" name=""/>
        <dsp:cNvSpPr/>
      </dsp:nvSpPr>
      <dsp:spPr>
        <a:xfrm>
          <a:off x="6868929" y="2200121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3) </a:t>
          </a:r>
          <a:r>
            <a:rPr lang="ru-RU" sz="1900" b="1" kern="1200"/>
            <a:t>Ценность</a:t>
          </a:r>
          <a:r>
            <a:rPr lang="ru-RU" sz="1900" kern="1200"/>
            <a:t>, которую продукт должен предоставить.</a:t>
          </a:r>
          <a:endParaRPr lang="en-US" sz="1900" kern="1200"/>
        </a:p>
      </dsp:txBody>
      <dsp:txXfrm>
        <a:off x="6868929" y="2200121"/>
        <a:ext cx="3054644" cy="1295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75E79-48BF-4790-B12B-70051DA134FC}">
      <dsp:nvSpPr>
        <dsp:cNvPr id="0" name=""/>
        <dsp:cNvSpPr/>
      </dsp:nvSpPr>
      <dsp:spPr>
        <a:xfrm>
          <a:off x="166242" y="391472"/>
          <a:ext cx="3105243" cy="13122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/>
            <a:t>Бизнес-требования</a:t>
          </a:r>
          <a:r>
            <a:rPr lang="ru-RU" sz="1600" b="0" i="0" kern="1200" dirty="0"/>
            <a:t> 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// </a:t>
          </a:r>
          <a:r>
            <a:rPr lang="ru-RU" sz="1600" b="0" i="1" kern="1200" dirty="0"/>
            <a:t>Цели организации</a:t>
          </a:r>
          <a:r>
            <a:rPr lang="ru-RU" sz="1600" b="0" i="0" kern="1200" dirty="0"/>
            <a:t> // </a:t>
          </a:r>
          <a:r>
            <a:rPr lang="ru-RU" sz="1600" b="1" i="0" kern="1200" dirty="0"/>
            <a:t>Пример:</a:t>
          </a:r>
          <a:r>
            <a:rPr lang="ru-RU" sz="1600" b="0" i="0" kern="1200" dirty="0"/>
            <a:t> «+25% к набору учеников»</a:t>
          </a:r>
          <a:endParaRPr lang="en-US" sz="1600" kern="1200" dirty="0"/>
        </a:p>
      </dsp:txBody>
      <dsp:txXfrm>
        <a:off x="204675" y="429905"/>
        <a:ext cx="2706370" cy="1235350"/>
      </dsp:txXfrm>
    </dsp:sp>
    <dsp:sp modelId="{799F947D-5EF1-4695-B201-9569C56A488D}">
      <dsp:nvSpPr>
        <dsp:cNvPr id="0" name=""/>
        <dsp:cNvSpPr/>
      </dsp:nvSpPr>
      <dsp:spPr>
        <a:xfrm>
          <a:off x="3434076" y="443831"/>
          <a:ext cx="3129295" cy="12716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/>
            <a:t>Пользовательские требования</a:t>
          </a:r>
          <a:r>
            <a:rPr lang="ru-RU" sz="1600" b="0" i="0" kern="1200" dirty="0"/>
            <a:t> 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// </a:t>
          </a:r>
          <a:r>
            <a:rPr lang="ru-RU" sz="1600" b="0" i="1" kern="1200" dirty="0"/>
            <a:t>Задачи людей</a:t>
          </a:r>
          <a:r>
            <a:rPr lang="ru-RU" sz="1600" b="0" i="0" kern="1200" dirty="0"/>
            <a:t> // </a:t>
          </a:r>
          <a:r>
            <a:rPr lang="ru-RU" sz="1600" b="1" i="0" kern="1200" dirty="0"/>
            <a:t>Пример:</a:t>
          </a:r>
          <a:r>
            <a:rPr lang="ru-RU" sz="1600" b="0" i="0" kern="1200" dirty="0"/>
            <a:t> «Подать заявление онлайн»</a:t>
          </a:r>
          <a:endParaRPr lang="en-US" sz="1600" kern="1200" dirty="0"/>
        </a:p>
      </dsp:txBody>
      <dsp:txXfrm>
        <a:off x="3471320" y="481075"/>
        <a:ext cx="2635697" cy="1197128"/>
      </dsp:txXfrm>
    </dsp:sp>
    <dsp:sp modelId="{1C944AA1-F11A-417E-A311-A31861A5C356}">
      <dsp:nvSpPr>
        <dsp:cNvPr id="0" name=""/>
        <dsp:cNvSpPr/>
      </dsp:nvSpPr>
      <dsp:spPr>
        <a:xfrm>
          <a:off x="6793246" y="457477"/>
          <a:ext cx="3157120" cy="1244322"/>
        </a:xfrm>
        <a:prstGeom prst="roundRect">
          <a:avLst>
            <a:gd name="adj" fmla="val 10000"/>
          </a:avLst>
        </a:prstGeom>
        <a:solidFill>
          <a:srgbClr val="CE8D3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/>
            <a:t>Пользовательские требования</a:t>
          </a:r>
          <a:r>
            <a:rPr lang="ru-RU" sz="1600" b="0" i="0" kern="1200" dirty="0"/>
            <a:t> 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// </a:t>
          </a:r>
          <a:r>
            <a:rPr lang="ru-RU" sz="1600" b="0" i="1" kern="1200" dirty="0"/>
            <a:t>Задачи людей</a:t>
          </a:r>
          <a:r>
            <a:rPr lang="ru-RU" sz="1600" b="0" i="0" kern="1200" dirty="0"/>
            <a:t> // </a:t>
          </a:r>
          <a:r>
            <a:rPr lang="ru-RU" sz="1600" b="1" i="0" kern="1200" dirty="0"/>
            <a:t>Пример:</a:t>
          </a:r>
          <a:r>
            <a:rPr lang="ru-RU" sz="1600" b="0" i="0" kern="1200" dirty="0"/>
            <a:t> «Подать заявление онлайн»</a:t>
          </a:r>
          <a:endParaRPr lang="en-US" sz="1600" kern="1200" dirty="0"/>
        </a:p>
      </dsp:txBody>
      <dsp:txXfrm>
        <a:off x="6829691" y="493922"/>
        <a:ext cx="2661393" cy="1171432"/>
      </dsp:txXfrm>
    </dsp:sp>
    <dsp:sp modelId="{EEC66DE1-286D-410D-9368-175370909778}">
      <dsp:nvSpPr>
        <dsp:cNvPr id="0" name=""/>
        <dsp:cNvSpPr/>
      </dsp:nvSpPr>
      <dsp:spPr>
        <a:xfrm>
          <a:off x="0" y="2478037"/>
          <a:ext cx="2923359" cy="13921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/>
            <a:t>Функциональные требования (FR)</a:t>
          </a:r>
          <a:r>
            <a:rPr lang="ru-RU" sz="1600" b="0" i="0" kern="1200" dirty="0"/>
            <a:t> 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// </a:t>
          </a:r>
          <a:r>
            <a:rPr lang="ru-RU" sz="1600" b="0" i="1" kern="1200" dirty="0"/>
            <a:t>Поведение системы</a:t>
          </a:r>
          <a:r>
            <a:rPr lang="ru-RU" sz="1600" b="0" i="0" kern="1200" dirty="0"/>
            <a:t> // </a:t>
          </a:r>
          <a:r>
            <a:rPr lang="ru-RU" sz="1600" b="1" i="0" kern="1200" dirty="0"/>
            <a:t>Пример:</a:t>
          </a:r>
          <a:r>
            <a:rPr lang="ru-RU" sz="1600" b="0" i="0" kern="1200" dirty="0"/>
            <a:t> «Отобразить форму с полями X, Y, Z»</a:t>
          </a:r>
          <a:endParaRPr lang="en-US" sz="1600" kern="1200" dirty="0"/>
        </a:p>
      </dsp:txBody>
      <dsp:txXfrm>
        <a:off x="40775" y="2518812"/>
        <a:ext cx="2450280" cy="1310627"/>
      </dsp:txXfrm>
    </dsp:sp>
    <dsp:sp modelId="{2BDBB975-1CF9-4F00-AAAC-BA0A866BFA1F}">
      <dsp:nvSpPr>
        <dsp:cNvPr id="0" name=""/>
        <dsp:cNvSpPr/>
      </dsp:nvSpPr>
      <dsp:spPr>
        <a:xfrm>
          <a:off x="3310208" y="2483393"/>
          <a:ext cx="3151540" cy="13873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i="0" kern="1200" dirty="0"/>
            <a:t>Нефункциональные требования (NFR)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 // </a:t>
          </a:r>
          <a:r>
            <a:rPr lang="ru-RU" sz="1600" b="0" i="1" kern="1200" dirty="0"/>
            <a:t>Качества системы</a:t>
          </a:r>
          <a:r>
            <a:rPr lang="ru-RU" sz="1600" b="0" i="0" kern="1200" dirty="0"/>
            <a:t> // </a:t>
          </a:r>
          <a:r>
            <a:rPr lang="ru-RU" sz="1600" b="1" i="0" kern="1200" dirty="0"/>
            <a:t>Пример:</a:t>
          </a:r>
          <a:r>
            <a:rPr lang="ru-RU" sz="1600" b="0" i="0" kern="1200" dirty="0"/>
            <a:t> «Загрузка формы &lt; 2 сек.»</a:t>
          </a:r>
          <a:endParaRPr lang="en-US" sz="1600" kern="1200" dirty="0"/>
        </a:p>
      </dsp:txBody>
      <dsp:txXfrm>
        <a:off x="3350843" y="2524028"/>
        <a:ext cx="2648180" cy="1306113"/>
      </dsp:txXfrm>
    </dsp:sp>
    <dsp:sp modelId="{C709EF13-81D9-473B-88AD-FEC2AD1D7CAE}">
      <dsp:nvSpPr>
        <dsp:cNvPr id="0" name=""/>
        <dsp:cNvSpPr/>
      </dsp:nvSpPr>
      <dsp:spPr>
        <a:xfrm>
          <a:off x="1199678" y="1723717"/>
          <a:ext cx="465762" cy="465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1304474" y="1723717"/>
        <a:ext cx="256170" cy="350486"/>
      </dsp:txXfrm>
    </dsp:sp>
    <dsp:sp modelId="{EB85C4F6-0F4A-42EE-848F-D9E781B79F66}">
      <dsp:nvSpPr>
        <dsp:cNvPr id="0" name=""/>
        <dsp:cNvSpPr/>
      </dsp:nvSpPr>
      <dsp:spPr>
        <a:xfrm>
          <a:off x="4765840" y="1723716"/>
          <a:ext cx="465762" cy="465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870636" y="1723716"/>
        <a:ext cx="256170" cy="350486"/>
      </dsp:txXfrm>
    </dsp:sp>
    <dsp:sp modelId="{982B2770-26E3-4BE8-9E5C-0B335B3F4EC3}">
      <dsp:nvSpPr>
        <dsp:cNvPr id="0" name=""/>
        <dsp:cNvSpPr/>
      </dsp:nvSpPr>
      <dsp:spPr>
        <a:xfrm>
          <a:off x="8138962" y="1723719"/>
          <a:ext cx="465762" cy="465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 dirty="0"/>
        </a:p>
      </dsp:txBody>
      <dsp:txXfrm>
        <a:off x="8243758" y="1723719"/>
        <a:ext cx="256170" cy="350486"/>
      </dsp:txXfrm>
    </dsp:sp>
    <dsp:sp modelId="{66908B3A-7EC0-46A8-ACA5-E9814627B1D5}">
      <dsp:nvSpPr>
        <dsp:cNvPr id="0" name=""/>
        <dsp:cNvSpPr/>
      </dsp:nvSpPr>
      <dsp:spPr>
        <a:xfrm>
          <a:off x="9155305" y="2948948"/>
          <a:ext cx="465762" cy="465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260101" y="2948948"/>
        <a:ext cx="256170" cy="350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FBFDE-E6F1-45CD-BE2D-4164067EB95B}" type="datetime1">
              <a:rPr lang="ru-RU" smtClean="0"/>
              <a:t>26.01.2026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80A1C-6179-4307-B818-A656B4C532C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7154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4DCF3-F1D0-40B4-94A5-27B311AB2416}" type="datetime1">
              <a:rPr lang="ru-RU" noProof="0" smtClean="0"/>
              <a:pPr/>
              <a:t>26.01.2026</a:t>
            </a:fld>
            <a:endParaRPr lang="ru-RU" noProof="0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/>
            <a:r>
              <a:rPr lang="ru-RU" noProof="0" dirty="0"/>
              <a:t>Второй уровень</a:t>
            </a:r>
          </a:p>
          <a:p>
            <a:pPr lvl="2"/>
            <a:r>
              <a:rPr lang="ru-RU" noProof="0" dirty="0"/>
              <a:t>Третий уровень</a:t>
            </a:r>
          </a:p>
          <a:p>
            <a:pPr lvl="3"/>
            <a:r>
              <a:rPr lang="ru-RU" noProof="0" dirty="0"/>
              <a:t>Четвертый уровень</a:t>
            </a:r>
          </a:p>
          <a:p>
            <a:pPr lvl="4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E23B2-AB0A-418E-8392-565540EE3C71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197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E23B2-AB0A-418E-8392-565540EE3C71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0299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3E23B2-AB0A-418E-8392-565540EE3C71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54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6D06BF-12B5-4837-9AC0-AE25EDAD8C41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9450C2-61B8-4832-872F-742B76218E05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B1CFE7-90A8-4F94-9002-31F2C21E0F77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9DA663-16DF-4B6A-9F56-C8FA223C61D4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7D7163-7BB1-40E5-A055-54D863064C15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9E162B-A683-4119-B754-5CE0DAC58973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23340A-4F88-44E0-BAFE-523D50865DBC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3083C884-9A1F-4CC5-84BA-4B728568F267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D4E77FC-F644-41FF-A704-56C6DF8A6E44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E179D4C7-B5FC-4C54-AC87-C102B717EABF}" type="datetime1">
              <a:rPr lang="ru-RU" noProof="0" smtClean="0"/>
              <a:t>26.01.2026</a:t>
            </a:fld>
            <a:endParaRPr lang="ru-RU" noProof="0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Рисунок 3" descr="Крупный план листа бумаги с карандашом, лежащим сверху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3251200"/>
            <a:ext cx="3205641" cy="1125728"/>
          </a:xfrm>
        </p:spPr>
        <p:txBody>
          <a:bodyPr rtlCol="0" anchor="b">
            <a:normAutofit/>
          </a:bodyPr>
          <a:lstStyle/>
          <a:p>
            <a:r>
              <a:rPr lang="ru-RU" sz="2400" b="0" i="0" dirty="0">
                <a:solidFill>
                  <a:schemeClr val="tx1"/>
                </a:solidFill>
                <a:effectLst/>
                <a:latin typeface="quote-cjk-patch"/>
              </a:rPr>
              <a:t>Дисциплина: Разработка и анализ требований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Лекция 1. Инженерия требований</a:t>
            </a:r>
            <a:endParaRPr lang="ru-RU" sz="1600" dirty="0"/>
          </a:p>
        </p:txBody>
      </p: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1A2C18B-B5DA-D981-61E0-35D18288A618}"/>
              </a:ext>
            </a:extLst>
          </p:cNvPr>
          <p:cNvSpPr txBox="1">
            <a:spLocks/>
          </p:cNvSpPr>
          <p:nvPr/>
        </p:nvSpPr>
        <p:spPr>
          <a:xfrm>
            <a:off x="6847840" y="5526854"/>
            <a:ext cx="4700693" cy="45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i="1" dirty="0">
                <a:solidFill>
                  <a:schemeClr val="tx2">
                    <a:lumMod val="25000"/>
                  </a:schemeClr>
                </a:solidFill>
                <a:latin typeface="quote-cjk-patch"/>
              </a:rPr>
              <a:t>Преподаватель: Самарин Валерий Анатольевич</a:t>
            </a:r>
            <a:endParaRPr lang="ru-RU" sz="2400" i="1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1DF27-09B5-0193-A018-BD89596E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ждет?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B9C9A-FCF1-F43E-4613-ACE10E59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Объем: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9 лекций (1.2 часа), 18 лабораторных работ (1.2 часа).</a:t>
            </a:r>
            <a:br>
              <a:rPr lang="ru-RU" sz="2400" dirty="0"/>
            </a:b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Экзамен: устно и тест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54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pPr rtl="0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Задание: Архитектура сайта средней образовательной школы №3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831F472-B831-57E8-544B-262CABE9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5 минут</a:t>
            </a:r>
            <a:br>
              <a:rPr lang="ru-RU" sz="2000" dirty="0"/>
            </a:br>
            <a:endParaRPr lang="ru-RU" sz="2000" dirty="0"/>
          </a:p>
          <a:p>
            <a:r>
              <a:rPr lang="ru-RU" sz="2000" dirty="0">
                <a:solidFill>
                  <a:srgbClr val="0F1115"/>
                </a:solidFill>
                <a:latin typeface="quote-cjk-patch"/>
              </a:rPr>
              <a:t>Представьте, что вы разрабатываете сайт для школы</a:t>
            </a:r>
          </a:p>
          <a:p>
            <a:r>
              <a:rPr lang="ru-RU" sz="2000" dirty="0">
                <a:solidFill>
                  <a:srgbClr val="0F1115"/>
                </a:solidFill>
                <a:latin typeface="quote-cjk-patch"/>
              </a:rPr>
              <a:t>Набросайте ключевые разделы меню.</a:t>
            </a:r>
          </a:p>
          <a:p>
            <a:r>
              <a:rPr lang="ru-RU" sz="2000" dirty="0">
                <a:solidFill>
                  <a:srgbClr val="0F1115"/>
                </a:solidFill>
                <a:latin typeface="quote-cjk-patch"/>
              </a:rPr>
              <a:t>Важно: Работа индивидуально.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6D8ED-8F17-D986-55E4-15AF0C44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Одна задача — множество решений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E04699-BDEC-7D86-DE29-4E81E645DFEB}"/>
              </a:ext>
            </a:extLst>
          </p:cNvPr>
          <p:cNvSpPr/>
          <p:nvPr/>
        </p:nvSpPr>
        <p:spPr>
          <a:xfrm>
            <a:off x="1374140" y="2588260"/>
            <a:ext cx="3007360" cy="2062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0" i="0" dirty="0">
                <a:solidFill>
                  <a:schemeClr val="bg1"/>
                </a:solidFill>
                <a:effectLst/>
                <a:latin typeface="quote-cjk-patch"/>
              </a:rPr>
              <a:t>Сведения об организации </a:t>
            </a:r>
          </a:p>
          <a:p>
            <a:pPr algn="ctr"/>
            <a:r>
              <a:rPr lang="ru-RU" sz="2000" b="0" i="0" dirty="0">
                <a:solidFill>
                  <a:schemeClr val="bg1"/>
                </a:solidFill>
                <a:effectLst/>
                <a:latin typeface="quote-cjk-patch"/>
              </a:rPr>
              <a:t> Документы</a:t>
            </a:r>
          </a:p>
          <a:p>
            <a:pPr algn="ctr"/>
            <a:r>
              <a:rPr lang="ru-RU" sz="2000" b="0" i="0" dirty="0">
                <a:solidFill>
                  <a:schemeClr val="bg1"/>
                </a:solidFill>
                <a:effectLst/>
                <a:latin typeface="quote-cjk-patch"/>
              </a:rPr>
              <a:t>Контакты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032791-F109-1764-735D-4C05F6D4D3CA}"/>
              </a:ext>
            </a:extLst>
          </p:cNvPr>
          <p:cNvSpPr/>
          <p:nvPr/>
        </p:nvSpPr>
        <p:spPr>
          <a:xfrm>
            <a:off x="4630420" y="2588260"/>
            <a:ext cx="2931160" cy="2062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quote-cjk-patch"/>
              </a:rPr>
              <a:t>Форум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quote-cjk-patch"/>
              </a:rPr>
              <a:t>Новости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quote-cjk-patch"/>
              </a:rPr>
              <a:t>Мероприятия</a:t>
            </a:r>
          </a:p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8D3D4E-5176-C0B1-8BF9-27813248CFF8}"/>
              </a:ext>
            </a:extLst>
          </p:cNvPr>
          <p:cNvSpPr/>
          <p:nvPr/>
        </p:nvSpPr>
        <p:spPr>
          <a:xfrm>
            <a:off x="7810500" y="2588260"/>
            <a:ext cx="2931160" cy="2062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Цифровое портфолио  Расписание</a:t>
            </a:r>
          </a:p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Чат с учителем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57CE785-4B1F-1F55-5D4F-AA5D3293AF0C}"/>
              </a:ext>
            </a:extLst>
          </p:cNvPr>
          <p:cNvSpPr/>
          <p:nvPr/>
        </p:nvSpPr>
        <p:spPr>
          <a:xfrm>
            <a:off x="1351280" y="2108202"/>
            <a:ext cx="9367520" cy="406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quote-cjk-patch"/>
              </a:rPr>
              <a:t>КОНТЕНТ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5CA4DA0-58AC-7C96-75EF-FC89CDE1F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280" y="5016815"/>
            <a:ext cx="9367520" cy="406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quote-cjk-patch"/>
              </a:rPr>
              <a:t>СТЕЙКХОЛДЕРЫ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9" name="Объект 7">
            <a:extLst>
              <a:ext uri="{FF2B5EF4-FFF2-40B4-BE49-F238E27FC236}">
                <a16:creationId xmlns:a16="http://schemas.microsoft.com/office/drawing/2014/main" id="{57923AD9-ABB6-8928-676C-4FDC614E3E3E}"/>
              </a:ext>
            </a:extLst>
          </p:cNvPr>
          <p:cNvSpPr txBox="1">
            <a:spLocks/>
          </p:cNvSpPr>
          <p:nvPr/>
        </p:nvSpPr>
        <p:spPr>
          <a:xfrm>
            <a:off x="1351280" y="5494336"/>
            <a:ext cx="2275840" cy="406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Директор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0" name="Объект 7">
            <a:extLst>
              <a:ext uri="{FF2B5EF4-FFF2-40B4-BE49-F238E27FC236}">
                <a16:creationId xmlns:a16="http://schemas.microsoft.com/office/drawing/2014/main" id="{397B3505-C985-5AAD-908B-BD8948F39FF9}"/>
              </a:ext>
            </a:extLst>
          </p:cNvPr>
          <p:cNvSpPr txBox="1">
            <a:spLocks/>
          </p:cNvSpPr>
          <p:nvPr/>
        </p:nvSpPr>
        <p:spPr>
          <a:xfrm>
            <a:off x="3708400" y="5494334"/>
            <a:ext cx="2275840" cy="406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tx1"/>
                </a:solidFill>
                <a:latin typeface="quote-cjk-patch"/>
              </a:rPr>
              <a:t>Учитель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1" name="Объект 7">
            <a:extLst>
              <a:ext uri="{FF2B5EF4-FFF2-40B4-BE49-F238E27FC236}">
                <a16:creationId xmlns:a16="http://schemas.microsoft.com/office/drawing/2014/main" id="{6CE4C4EE-E4AD-232B-0BDC-1C04EF8B7E00}"/>
              </a:ext>
            </a:extLst>
          </p:cNvPr>
          <p:cNvSpPr txBox="1">
            <a:spLocks/>
          </p:cNvSpPr>
          <p:nvPr/>
        </p:nvSpPr>
        <p:spPr>
          <a:xfrm>
            <a:off x="8442960" y="5494334"/>
            <a:ext cx="2275840" cy="406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tx1"/>
                </a:solidFill>
                <a:latin typeface="quote-cjk-patch"/>
              </a:rPr>
              <a:t>Ученик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159A7F09-B42B-64B2-6F91-90AD6EBD1430}"/>
              </a:ext>
            </a:extLst>
          </p:cNvPr>
          <p:cNvSpPr txBox="1">
            <a:spLocks/>
          </p:cNvSpPr>
          <p:nvPr/>
        </p:nvSpPr>
        <p:spPr>
          <a:xfrm>
            <a:off x="6065520" y="5501640"/>
            <a:ext cx="2275840" cy="406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tx1"/>
                </a:solidFill>
                <a:latin typeface="quote-cjk-patch"/>
              </a:rPr>
              <a:t>Родитель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39A7647-4593-EF36-5E47-B722775B5F5D}"/>
              </a:ext>
            </a:extLst>
          </p:cNvPr>
          <p:cNvCxnSpPr>
            <a:stCxn id="4" idx="2"/>
          </p:cNvCxnSpPr>
          <p:nvPr/>
        </p:nvCxnSpPr>
        <p:spPr>
          <a:xfrm>
            <a:off x="2877820" y="4650740"/>
            <a:ext cx="0" cy="35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42139BD-AD03-7ED6-CAED-F7CC8EF3DF84}"/>
              </a:ext>
            </a:extLst>
          </p:cNvPr>
          <p:cNvCxnSpPr/>
          <p:nvPr/>
        </p:nvCxnSpPr>
        <p:spPr>
          <a:xfrm>
            <a:off x="6088380" y="4650740"/>
            <a:ext cx="0" cy="35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4F1363B-4A96-4228-11B1-1945B7C28E4B}"/>
              </a:ext>
            </a:extLst>
          </p:cNvPr>
          <p:cNvCxnSpPr/>
          <p:nvPr/>
        </p:nvCxnSpPr>
        <p:spPr>
          <a:xfrm>
            <a:off x="9298940" y="4658675"/>
            <a:ext cx="0" cy="35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89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8DC4C-5B6E-A67B-2960-AFA24531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нужно сделать?</a:t>
            </a:r>
          </a:p>
        </p:txBody>
      </p:sp>
      <p:pic>
        <p:nvPicPr>
          <p:cNvPr id="5" name="Объект 4" descr="Изображение выглядит как текст, зарисовка, рисун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BEB20C-7208-A3C2-6694-108B0E71E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262" y="2160154"/>
            <a:ext cx="4728692" cy="3760788"/>
          </a:xfrm>
        </p:spPr>
      </p:pic>
      <p:pic>
        <p:nvPicPr>
          <p:cNvPr id="7" name="Рисунок 6" descr="Изображение выглядит как человек, одежда, снимок экрана, обув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D54D153-FB55-256B-27F9-427342527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48" y="2160154"/>
            <a:ext cx="5319126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4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CEC43-64F1-446A-B633-99B8CC91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ru-RU" b="0" i="0" dirty="0">
                <a:effectLst/>
              </a:rPr>
              <a:t> Что такое требование?</a:t>
            </a: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2299904-CB5F-C8D5-C476-F9A925C03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53637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148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39D3E-2C4D-AEEE-9410-155D92A7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ru-RU" b="1" i="0" dirty="0">
                <a:effectLst/>
              </a:rPr>
              <a:t> </a:t>
            </a:r>
            <a:r>
              <a:rPr lang="ru-RU" dirty="0"/>
              <a:t>Классификация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C8DBC1F-D8E2-865D-A454-E3175D67C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964201"/>
              </p:ext>
            </p:extLst>
          </p:nvPr>
        </p:nvGraphicFramePr>
        <p:xfrm>
          <a:off x="1097279" y="2108201"/>
          <a:ext cx="10208029" cy="3980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2CFBE6B-672A-3425-F970-60690F22A47B}"/>
              </a:ext>
            </a:extLst>
          </p:cNvPr>
          <p:cNvSpPr/>
          <p:nvPr/>
        </p:nvSpPr>
        <p:spPr>
          <a:xfrm>
            <a:off x="8046720" y="4638316"/>
            <a:ext cx="2844800" cy="1366244"/>
          </a:xfrm>
          <a:prstGeom prst="roundRect">
            <a:avLst>
              <a:gd name="adj" fmla="val 9231"/>
            </a:avLst>
          </a:prstGeom>
          <a:solidFill>
            <a:srgbClr val="CE8D3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50"/>
              </a:spcBef>
            </a:pPr>
            <a:r>
              <a:rPr lang="ru-RU" sz="1600" b="1" i="0" dirty="0">
                <a:solidFill>
                  <a:schemeClr val="bg1"/>
                </a:solidFill>
                <a:effectLst/>
              </a:rPr>
              <a:t>Ограничения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quote-cjk-patch"/>
              </a:rPr>
              <a:t> </a:t>
            </a:r>
          </a:p>
          <a:p>
            <a:pPr algn="l">
              <a:spcBef>
                <a:spcPts val="450"/>
              </a:spcBef>
            </a:pPr>
            <a:r>
              <a:rPr lang="ru-RU" sz="1600" b="0" i="0" dirty="0">
                <a:solidFill>
                  <a:schemeClr val="bg1"/>
                </a:solidFill>
                <a:effectLst/>
                <a:latin typeface="quote-cjk-patch"/>
              </a:rPr>
              <a:t>// </a:t>
            </a:r>
            <a:r>
              <a:rPr lang="ru-RU" sz="1600" b="0" i="1" dirty="0">
                <a:solidFill>
                  <a:schemeClr val="bg1"/>
                </a:solidFill>
                <a:effectLst/>
                <a:latin typeface="quote-cjk-patch"/>
              </a:rPr>
              <a:t>Данности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quote-cjk-patch"/>
              </a:rPr>
              <a:t> // </a:t>
            </a:r>
            <a:r>
              <a:rPr lang="ru-RU" sz="1600" b="1" i="0" dirty="0">
                <a:solidFill>
                  <a:schemeClr val="bg1"/>
                </a:solidFill>
                <a:effectLst/>
                <a:latin typeface="quote-cjk-patch"/>
              </a:rPr>
              <a:t>Пример: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quote-cjk-patch"/>
              </a:rPr>
              <a:t> </a:t>
            </a:r>
            <a:endParaRPr lang="en-US" sz="1600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</a:pPr>
            <a:r>
              <a:rPr lang="ru-RU" sz="1600" b="0" i="0" dirty="0">
                <a:solidFill>
                  <a:schemeClr val="bg1"/>
                </a:solidFill>
                <a:effectLst/>
                <a:latin typeface="quote-cjk-patch"/>
              </a:rPr>
              <a:t>Интеграция с "Госуслугами"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8D95D1-B209-F187-D842-98E9CC53F358}"/>
              </a:ext>
            </a:extLst>
          </p:cNvPr>
          <p:cNvCxnSpPr>
            <a:cxnSpLocks/>
          </p:cNvCxnSpPr>
          <p:nvPr/>
        </p:nvCxnSpPr>
        <p:spPr>
          <a:xfrm>
            <a:off x="2529840" y="4297680"/>
            <a:ext cx="693928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4000FF4-B684-35B3-C283-6E732E72D2EC}"/>
              </a:ext>
            </a:extLst>
          </p:cNvPr>
          <p:cNvCxnSpPr/>
          <p:nvPr/>
        </p:nvCxnSpPr>
        <p:spPr>
          <a:xfrm>
            <a:off x="6096000" y="4297680"/>
            <a:ext cx="0" cy="340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B924E6D-44C9-9AA2-1816-71FA6AC01FD9}"/>
              </a:ext>
            </a:extLst>
          </p:cNvPr>
          <p:cNvCxnSpPr/>
          <p:nvPr/>
        </p:nvCxnSpPr>
        <p:spPr>
          <a:xfrm>
            <a:off x="9469120" y="4297680"/>
            <a:ext cx="0" cy="340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2A40C77-632B-41EC-243C-A116F9EE33BC}"/>
              </a:ext>
            </a:extLst>
          </p:cNvPr>
          <p:cNvCxnSpPr/>
          <p:nvPr/>
        </p:nvCxnSpPr>
        <p:spPr>
          <a:xfrm>
            <a:off x="2529840" y="4297680"/>
            <a:ext cx="0" cy="340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A0BA2-B848-4429-2404-2CD0CF8B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Цена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ошибки</a:t>
            </a:r>
          </a:p>
        </p:txBody>
      </p:sp>
      <p:pic>
        <p:nvPicPr>
          <p:cNvPr id="5" name="Объект 4" descr="Изображение выглядит как текст, диаграмма, линия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D7A9EEA-5033-482D-41C1-CF460821F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047" t="9007" r="4949" b="8125"/>
          <a:stretch/>
        </p:blipFill>
        <p:spPr>
          <a:xfrm>
            <a:off x="1495379" y="1922318"/>
            <a:ext cx="9232406" cy="4448001"/>
          </a:xfrm>
        </p:spPr>
      </p:pic>
    </p:spTree>
    <p:extLst>
      <p:ext uri="{BB962C8B-B14F-4D97-AF65-F5344CB8AC3E}">
        <p14:creationId xmlns:p14="http://schemas.microsoft.com/office/powerpoint/2010/main" val="1177748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55CC1-7B20-0AC2-3A53-84A5E3CE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Инженерия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требований — это процесс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EF3555-F2C2-63D5-796D-FCC54B477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7DFBC20-CD78-4419-4E25-102FE4B6D982}"/>
              </a:ext>
            </a:extLst>
          </p:cNvPr>
          <p:cNvSpPr/>
          <p:nvPr/>
        </p:nvSpPr>
        <p:spPr>
          <a:xfrm>
            <a:off x="4328160" y="2108201"/>
            <a:ext cx="2814320" cy="9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0" dirty="0">
                <a:solidFill>
                  <a:schemeClr val="bg1"/>
                </a:solidFill>
                <a:effectLst/>
                <a:latin typeface="quote-cjk-patch"/>
              </a:rPr>
              <a:t>ВЫЯВЛЕНИЕ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Интервью, воркшопы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BDE56DFD-4F5F-4020-7C1A-99336DDB3AB4}"/>
              </a:ext>
            </a:extLst>
          </p:cNvPr>
          <p:cNvSpPr/>
          <p:nvPr/>
        </p:nvSpPr>
        <p:spPr>
          <a:xfrm>
            <a:off x="7685372" y="3223256"/>
            <a:ext cx="2814320" cy="9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</a:pPr>
            <a:r>
              <a:rPr lang="ru-RU" b="1" i="0" dirty="0">
                <a:solidFill>
                  <a:schemeClr val="bg1"/>
                </a:solidFill>
                <a:effectLst/>
                <a:latin typeface="quote-cjk-patch"/>
              </a:rPr>
              <a:t>АНАЛИЗ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chemeClr val="bg1"/>
              </a:solidFill>
              <a:effectLst/>
              <a:latin typeface="quote-cjk-patch"/>
            </a:endParaRPr>
          </a:p>
          <a:p>
            <a:pPr algn="ctr">
              <a:spcBef>
                <a:spcPts val="450"/>
              </a:spcBef>
            </a:pPr>
            <a:r>
              <a:rPr lang="en-US" b="0" i="0" dirty="0">
                <a:solidFill>
                  <a:schemeClr val="bg1"/>
                </a:solidFill>
                <a:effectLst/>
                <a:latin typeface="quote-cjk-patch"/>
              </a:rPr>
              <a:t> </a:t>
            </a: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Уточнение, приоритизация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72B9288-EF35-B2FA-01FD-4E45069F4CDD}"/>
              </a:ext>
            </a:extLst>
          </p:cNvPr>
          <p:cNvSpPr/>
          <p:nvPr/>
        </p:nvSpPr>
        <p:spPr>
          <a:xfrm>
            <a:off x="6278212" y="4676138"/>
            <a:ext cx="2814320" cy="9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</a:pPr>
            <a:r>
              <a:rPr lang="ru-RU" b="1" i="0" dirty="0">
                <a:solidFill>
                  <a:schemeClr val="bg1"/>
                </a:solidFill>
                <a:effectLst/>
                <a:latin typeface="quote-cjk-patch"/>
              </a:rPr>
              <a:t>СПЕЦИФИКАЦИЯ</a:t>
            </a:r>
          </a:p>
          <a:p>
            <a:pPr algn="ctr">
              <a:spcBef>
                <a:spcPts val="450"/>
              </a:spcBef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 Документы, модели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3754C77-5BA6-F4EA-066D-29538D08B320}"/>
              </a:ext>
            </a:extLst>
          </p:cNvPr>
          <p:cNvSpPr/>
          <p:nvPr/>
        </p:nvSpPr>
        <p:spPr>
          <a:xfrm>
            <a:off x="2807904" y="4676138"/>
            <a:ext cx="2814320" cy="9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</a:pPr>
            <a:r>
              <a:rPr lang="ru-RU" b="1" i="0" dirty="0">
                <a:solidFill>
                  <a:schemeClr val="bg1"/>
                </a:solidFill>
                <a:effectLst/>
                <a:latin typeface="quote-cjk-patch"/>
              </a:rPr>
              <a:t>ВЕРИФИКАЦИЯ</a:t>
            </a:r>
          </a:p>
          <a:p>
            <a:pPr algn="ctr">
              <a:spcBef>
                <a:spcPts val="450"/>
              </a:spcBef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«Правильно ли сделали?"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E69A87C-20D6-A4C9-5108-FB6E1709C11D}"/>
              </a:ext>
            </a:extLst>
          </p:cNvPr>
          <p:cNvSpPr/>
          <p:nvPr/>
        </p:nvSpPr>
        <p:spPr>
          <a:xfrm>
            <a:off x="1214120" y="3223257"/>
            <a:ext cx="2814320" cy="9905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</a:pPr>
            <a:r>
              <a:rPr lang="ru-RU" b="1" i="0" dirty="0">
                <a:solidFill>
                  <a:schemeClr val="bg1"/>
                </a:solidFill>
                <a:effectLst/>
                <a:latin typeface="quote-cjk-patch"/>
              </a:rPr>
              <a:t>УПРАВЛЕНИЕ</a:t>
            </a:r>
          </a:p>
          <a:p>
            <a:pPr algn="ctr">
              <a:spcBef>
                <a:spcPts val="450"/>
              </a:spcBef>
            </a:pPr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Контроль изменений</a:t>
            </a:r>
          </a:p>
        </p:txBody>
      </p:sp>
      <p:cxnSp>
        <p:nvCxnSpPr>
          <p:cNvPr id="11" name="Соединитель: изогнутый 10">
            <a:extLst>
              <a:ext uri="{FF2B5EF4-FFF2-40B4-BE49-F238E27FC236}">
                <a16:creationId xmlns:a16="http://schemas.microsoft.com/office/drawing/2014/main" id="{E00692D2-4AF6-8EE7-BB12-F1F203AFCBFA}"/>
              </a:ext>
            </a:extLst>
          </p:cNvPr>
          <p:cNvCxnSpPr>
            <a:cxnSpLocks/>
            <a:stCxn id="4" idx="6"/>
            <a:endCxn id="5" idx="7"/>
          </p:cNvCxnSpPr>
          <p:nvPr/>
        </p:nvCxnSpPr>
        <p:spPr>
          <a:xfrm>
            <a:off x="7142480" y="2603501"/>
            <a:ext cx="2945064" cy="7648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1B90C25B-0F20-A08F-1E92-CFEF5DFA9E0C}"/>
              </a:ext>
            </a:extLst>
          </p:cNvPr>
          <p:cNvCxnSpPr>
            <a:cxnSpLocks/>
            <a:stCxn id="8" idx="1"/>
            <a:endCxn id="4" idx="2"/>
          </p:cNvCxnSpPr>
          <p:nvPr/>
        </p:nvCxnSpPr>
        <p:spPr>
          <a:xfrm rot="5400000" flipH="1" flipV="1">
            <a:off x="2594801" y="1634968"/>
            <a:ext cx="764826" cy="270189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: изогнутый 24">
            <a:extLst>
              <a:ext uri="{FF2B5EF4-FFF2-40B4-BE49-F238E27FC236}">
                <a16:creationId xmlns:a16="http://schemas.microsoft.com/office/drawing/2014/main" id="{731EFD16-5535-1560-289B-F26CFD06100C}"/>
              </a:ext>
            </a:extLst>
          </p:cNvPr>
          <p:cNvCxnSpPr>
            <a:stCxn id="6" idx="4"/>
            <a:endCxn id="7" idx="4"/>
          </p:cNvCxnSpPr>
          <p:nvPr/>
        </p:nvCxnSpPr>
        <p:spPr>
          <a:xfrm rot="5400000">
            <a:off x="5950218" y="3931583"/>
            <a:ext cx="12700" cy="347030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: изогнутый 30">
            <a:extLst>
              <a:ext uri="{FF2B5EF4-FFF2-40B4-BE49-F238E27FC236}">
                <a16:creationId xmlns:a16="http://schemas.microsoft.com/office/drawing/2014/main" id="{DAD144DC-79FE-D795-E8D6-BA2D4022FE4D}"/>
              </a:ext>
            </a:extLst>
          </p:cNvPr>
          <p:cNvCxnSpPr>
            <a:stCxn id="7" idx="2"/>
            <a:endCxn id="8" idx="3"/>
          </p:cNvCxnSpPr>
          <p:nvPr/>
        </p:nvCxnSpPr>
        <p:spPr>
          <a:xfrm rot="10800000">
            <a:off x="1626268" y="4068786"/>
            <a:ext cx="1181636" cy="11026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изогнутый 34">
            <a:extLst>
              <a:ext uri="{FF2B5EF4-FFF2-40B4-BE49-F238E27FC236}">
                <a16:creationId xmlns:a16="http://schemas.microsoft.com/office/drawing/2014/main" id="{C0CC4517-E2CF-7965-7A15-EF1326227D56}"/>
              </a:ext>
            </a:extLst>
          </p:cNvPr>
          <p:cNvCxnSpPr>
            <a:stCxn id="5" idx="5"/>
            <a:endCxn id="6" idx="6"/>
          </p:cNvCxnSpPr>
          <p:nvPr/>
        </p:nvCxnSpPr>
        <p:spPr>
          <a:xfrm rot="5400000">
            <a:off x="9038712" y="4122605"/>
            <a:ext cx="1102653" cy="9950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69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24351-88E9-3DAD-3D2F-CD2B4D13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E64E44-359C-B9E1-0EDE-8B6C4534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🧩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Множественность: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Единственно верного набора требований не существует.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🗣️➡️📄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Перевод: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Наша задача — перевод с языка потребностей на язык однозначных спецификаций.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💰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Ранняя важность: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Ошибки на этапе требований — самые дорогие и опасные.</a:t>
            </a:r>
          </a:p>
          <a:p>
            <a:pPr>
              <a:spcAft>
                <a:spcPts val="1200"/>
              </a:spcAft>
            </a:pPr>
            <a:r>
              <a:rPr lang="ru-R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62154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107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Custom 34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EC7016"/>
    </a:accent1>
    <a:accent2>
      <a:srgbClr val="F8931D"/>
    </a:accent2>
    <a:accent3>
      <a:srgbClr val="CE8D3E"/>
    </a:accent3>
    <a:accent4>
      <a:srgbClr val="E64823"/>
    </a:accent4>
    <a:accent5>
      <a:srgbClr val="FFCA08"/>
    </a:accent5>
    <a:accent6>
      <a:srgbClr val="9C6A6A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</TotalTime>
  <Words>312</Words>
  <Application>Microsoft Office PowerPoint</Application>
  <PresentationFormat>Широкоэкранный</PresentationFormat>
  <Paragraphs>64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Bookman Old Style</vt:lpstr>
      <vt:lpstr>Calibri</vt:lpstr>
      <vt:lpstr>Franklin Gothic Book</vt:lpstr>
      <vt:lpstr>quote-cjk-patch</vt:lpstr>
      <vt:lpstr>Пользовательские</vt:lpstr>
      <vt:lpstr>Дисциплина: Разработка и анализ требований</vt:lpstr>
      <vt:lpstr>Что ждет?</vt:lpstr>
      <vt:lpstr>Задание: Архитектура сайта средней образовательной школы №3</vt:lpstr>
      <vt:lpstr>Одна задача — множество решений</vt:lpstr>
      <vt:lpstr>Что нужно сделать?</vt:lpstr>
      <vt:lpstr> Что такое требование?</vt:lpstr>
      <vt:lpstr> Классификация</vt:lpstr>
      <vt:lpstr>Цена ошибки</vt:lpstr>
      <vt:lpstr>Инженерия требований — это процесс</vt:lpstr>
      <vt:lpstr>Ключевые выводы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E2106</dc:creator>
  <cp:lastModifiedBy>E2106</cp:lastModifiedBy>
  <cp:revision>2</cp:revision>
  <dcterms:created xsi:type="dcterms:W3CDTF">2026-01-26T08:52:47Z</dcterms:created>
  <dcterms:modified xsi:type="dcterms:W3CDTF">2026-01-26T16:26:20Z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